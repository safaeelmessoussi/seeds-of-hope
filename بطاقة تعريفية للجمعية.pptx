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Lst>
  <p:sldSz cy="18288000" cx="10287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40">
          <p15:clr>
            <a:srgbClr val="A4A3A4"/>
          </p15:clr>
        </p15:guide>
        <p15:guide id="2" pos="162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orient="horz"/>
        <p:guide pos="162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463800" y="685800"/>
            <a:ext cx="1930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3:notes"/>
          <p:cNvSpPr>
            <a:spLocks noGrp="1" noRot="1" noChangeAspect="1"/>
          </p:cNvSpPr>
          <p:nvPr>
            <p:ph type="sldImg" idx="2"/>
          </p:nvPr>
        </p:nvSpPr>
        <p:spPr>
          <a:xfrm>
            <a:off x="2463800" y="685800"/>
            <a:ext cx="1930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3:notes"/>
          <p:cNvSpPr>
            <a:spLocks noGrp="1" noRot="1" noChangeAspect="1"/>
          </p:cNvSpPr>
          <p:nvPr>
            <p:ph type="sldImg" idx="2"/>
          </p:nvPr>
        </p:nvSpPr>
        <p:spPr>
          <a:xfrm>
            <a:off x="2463800" y="685800"/>
            <a:ext cx="1930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1833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385763" y="3787423"/>
            <a:ext cx="4371975" cy="261337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771525" y="6908800"/>
            <a:ext cx="3600450" cy="3115733"/>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5"/>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257175" y="488245"/>
            <a:ext cx="4629150" cy="203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257175" y="2844801"/>
            <a:ext cx="4629150" cy="804615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406301" y="7834490"/>
            <a:ext cx="4371975" cy="2421467"/>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406301" y="5167491"/>
            <a:ext cx="4371975" cy="2666999"/>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7"/>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257175" y="488245"/>
            <a:ext cx="4629150" cy="203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257175" y="2844801"/>
            <a:ext cx="2271713" cy="8046156"/>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8"/>
          <p:cNvSpPr txBox="1">
            <a:spLocks noGrp="1"/>
          </p:cNvSpPr>
          <p:nvPr>
            <p:ph type="body" idx="2"/>
          </p:nvPr>
        </p:nvSpPr>
        <p:spPr>
          <a:xfrm>
            <a:off x="2614612" y="2844801"/>
            <a:ext cx="2271713" cy="8046156"/>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8"/>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257175" y="488245"/>
            <a:ext cx="4629150" cy="203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257175" y="2729090"/>
            <a:ext cx="2272606" cy="1137355"/>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257175" y="3866444"/>
            <a:ext cx="2272606" cy="7024512"/>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9"/>
          <p:cNvSpPr txBox="1">
            <a:spLocks noGrp="1"/>
          </p:cNvSpPr>
          <p:nvPr>
            <p:ph type="body" idx="3"/>
          </p:nvPr>
        </p:nvSpPr>
        <p:spPr>
          <a:xfrm>
            <a:off x="2612827" y="2729090"/>
            <a:ext cx="2273498" cy="1137355"/>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2612827" y="3866444"/>
            <a:ext cx="2273498" cy="7024512"/>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9"/>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257175" y="488245"/>
            <a:ext cx="4629150" cy="203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257175" y="485422"/>
            <a:ext cx="1692176" cy="206586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2010966" y="485423"/>
            <a:ext cx="2875359" cy="10405534"/>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257175" y="2551290"/>
            <a:ext cx="1692176" cy="8339668"/>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2"/>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1008162" y="8534400"/>
            <a:ext cx="3086100" cy="100753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3"/>
          <p:cNvSpPr>
            <a:spLocks noGrp="1"/>
          </p:cNvSpPr>
          <p:nvPr>
            <p:ph type="pic" idx="2"/>
          </p:nvPr>
        </p:nvSpPr>
        <p:spPr>
          <a:xfrm>
            <a:off x="1008162" y="1089378"/>
            <a:ext cx="3086100" cy="7315200"/>
          </a:xfrm>
          <a:prstGeom prst="rect">
            <a:avLst/>
          </a:prstGeom>
          <a:noFill/>
          <a:ln>
            <a:noFill/>
          </a:ln>
        </p:spPr>
      </p:sp>
      <p:sp>
        <p:nvSpPr>
          <p:cNvPr id="64" name="Google Shape;64;p13"/>
          <p:cNvSpPr txBox="1">
            <a:spLocks noGrp="1"/>
          </p:cNvSpPr>
          <p:nvPr>
            <p:ph type="body" idx="1"/>
          </p:nvPr>
        </p:nvSpPr>
        <p:spPr>
          <a:xfrm>
            <a:off x="1008162" y="9541934"/>
            <a:ext cx="3086100" cy="1430866"/>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3"/>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257175" y="488245"/>
            <a:ext cx="4629150" cy="203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1451328" y="4553304"/>
            <a:ext cx="8046156" cy="462915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893675" y="5110958"/>
            <a:ext cx="10402711" cy="115728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3251111" y="3996533"/>
            <a:ext cx="10402711" cy="338613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SA"/>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257175" y="488245"/>
            <a:ext cx="4629150" cy="203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257175" y="2844801"/>
            <a:ext cx="4629150" cy="8046156"/>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257175" y="11300179"/>
            <a:ext cx="1200150" cy="64911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1757363" y="11300179"/>
            <a:ext cx="1628775" cy="649111"/>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3686175" y="11300179"/>
            <a:ext cx="1200150" cy="649111"/>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ar-SA"/>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
          <p:cNvGrpSpPr/>
          <p:nvPr/>
        </p:nvGrpSpPr>
        <p:grpSpPr>
          <a:xfrm>
            <a:off x="6646094" y="63500"/>
            <a:ext cx="3654806" cy="3265809"/>
            <a:chOff x="63500" y="63500"/>
            <a:chExt cx="3654806" cy="3265805"/>
          </a:xfrm>
        </p:grpSpPr>
        <p:sp>
          <p:nvSpPr>
            <p:cNvPr id="85" name="Google Shape;85;p1"/>
            <p:cNvSpPr/>
            <p:nvPr/>
          </p:nvSpPr>
          <p:spPr>
            <a:xfrm>
              <a:off x="3665601" y="1409192"/>
              <a:ext cx="52578" cy="89789"/>
            </a:xfrm>
            <a:custGeom>
              <a:avLst/>
              <a:gdLst/>
              <a:ahLst/>
              <a:cxnLst/>
              <a:rect l="l" t="t" r="r" b="b"/>
              <a:pathLst>
                <a:path w="52578" h="89789" extrusionOk="0">
                  <a:moveTo>
                    <a:pt x="0" y="0"/>
                  </a:moveTo>
                  <a:lnTo>
                    <a:pt x="52578" y="89789"/>
                  </a:lnTo>
                  <a:lnTo>
                    <a:pt x="52578" y="0"/>
                  </a:lnTo>
                  <a:close/>
                </a:path>
              </a:pathLst>
            </a:custGeom>
            <a:solidFill>
              <a:srgbClr val="E9EAED">
                <a:alpha val="7450"/>
              </a:srgbClr>
            </a:solidFill>
            <a:ln>
              <a:noFill/>
            </a:ln>
          </p:spPr>
        </p:sp>
        <p:sp>
          <p:nvSpPr>
            <p:cNvPr id="86" name="Google Shape;86;p1"/>
            <p:cNvSpPr/>
            <p:nvPr/>
          </p:nvSpPr>
          <p:spPr>
            <a:xfrm>
              <a:off x="3586607" y="1333119"/>
              <a:ext cx="131699" cy="224790"/>
            </a:xfrm>
            <a:custGeom>
              <a:avLst/>
              <a:gdLst/>
              <a:ahLst/>
              <a:cxnLst/>
              <a:rect l="l" t="t" r="r" b="b"/>
              <a:pathLst>
                <a:path w="131699" h="224790" extrusionOk="0">
                  <a:moveTo>
                    <a:pt x="0" y="0"/>
                  </a:moveTo>
                  <a:lnTo>
                    <a:pt x="131699" y="224790"/>
                  </a:lnTo>
                  <a:lnTo>
                    <a:pt x="131699" y="0"/>
                  </a:lnTo>
                  <a:close/>
                </a:path>
              </a:pathLst>
            </a:custGeom>
            <a:solidFill>
              <a:srgbClr val="37A0B4">
                <a:alpha val="7450"/>
              </a:srgbClr>
            </a:solidFill>
            <a:ln>
              <a:noFill/>
            </a:ln>
          </p:spPr>
        </p:sp>
        <p:sp>
          <p:nvSpPr>
            <p:cNvPr id="87" name="Google Shape;87;p1"/>
            <p:cNvSpPr/>
            <p:nvPr/>
          </p:nvSpPr>
          <p:spPr>
            <a:xfrm>
              <a:off x="3171063" y="1718183"/>
              <a:ext cx="547243" cy="1052322"/>
            </a:xfrm>
            <a:custGeom>
              <a:avLst/>
              <a:gdLst/>
              <a:ahLst/>
              <a:cxnLst/>
              <a:rect l="l" t="t" r="r" b="b"/>
              <a:pathLst>
                <a:path w="547243" h="1052322" extrusionOk="0">
                  <a:moveTo>
                    <a:pt x="0" y="0"/>
                  </a:moveTo>
                  <a:lnTo>
                    <a:pt x="0" y="599186"/>
                  </a:lnTo>
                  <a:lnTo>
                    <a:pt x="291084" y="1052322"/>
                  </a:lnTo>
                  <a:lnTo>
                    <a:pt x="547243" y="989711"/>
                  </a:lnTo>
                  <a:lnTo>
                    <a:pt x="547243" y="301498"/>
                  </a:lnTo>
                  <a:lnTo>
                    <a:pt x="0" y="0"/>
                  </a:lnTo>
                  <a:close/>
                </a:path>
              </a:pathLst>
            </a:custGeom>
            <a:solidFill>
              <a:srgbClr val="9AABC2">
                <a:alpha val="7450"/>
              </a:srgbClr>
            </a:solidFill>
            <a:ln>
              <a:noFill/>
            </a:ln>
          </p:spPr>
        </p:sp>
        <p:sp>
          <p:nvSpPr>
            <p:cNvPr id="88" name="Google Shape;88;p1"/>
            <p:cNvSpPr/>
            <p:nvPr/>
          </p:nvSpPr>
          <p:spPr>
            <a:xfrm>
              <a:off x="2985643" y="2664460"/>
              <a:ext cx="543306" cy="629158"/>
            </a:xfrm>
            <a:custGeom>
              <a:avLst/>
              <a:gdLst/>
              <a:ahLst/>
              <a:cxnLst/>
              <a:rect l="l" t="t" r="r" b="b"/>
              <a:pathLst>
                <a:path w="543306" h="629158" extrusionOk="0">
                  <a:moveTo>
                    <a:pt x="185420" y="287020"/>
                  </a:moveTo>
                  <a:cubicBezTo>
                    <a:pt x="185420" y="327533"/>
                    <a:pt x="157607" y="363220"/>
                    <a:pt x="117094" y="374523"/>
                  </a:cubicBezTo>
                  <a:lnTo>
                    <a:pt x="0" y="407289"/>
                  </a:lnTo>
                  <a:lnTo>
                    <a:pt x="122682" y="442468"/>
                  </a:lnTo>
                  <a:cubicBezTo>
                    <a:pt x="162814" y="454025"/>
                    <a:pt x="190373" y="489458"/>
                    <a:pt x="190373" y="529844"/>
                  </a:cubicBezTo>
                  <a:lnTo>
                    <a:pt x="190373" y="629158"/>
                  </a:lnTo>
                  <a:lnTo>
                    <a:pt x="299466" y="530225"/>
                  </a:lnTo>
                  <a:cubicBezTo>
                    <a:pt x="323215" y="508762"/>
                    <a:pt x="356616" y="500380"/>
                    <a:pt x="388112" y="508254"/>
                  </a:cubicBezTo>
                  <a:lnTo>
                    <a:pt x="504825" y="537083"/>
                  </a:lnTo>
                  <a:lnTo>
                    <a:pt x="457962" y="454533"/>
                  </a:lnTo>
                  <a:cubicBezTo>
                    <a:pt x="438150" y="419481"/>
                    <a:pt x="444246" y="376174"/>
                    <a:pt x="473075" y="347472"/>
                  </a:cubicBezTo>
                  <a:lnTo>
                    <a:pt x="543306" y="277876"/>
                  </a:lnTo>
                  <a:lnTo>
                    <a:pt x="455676" y="299339"/>
                  </a:lnTo>
                  <a:cubicBezTo>
                    <a:pt x="447930" y="301244"/>
                    <a:pt x="440055" y="302133"/>
                    <a:pt x="432308" y="302133"/>
                  </a:cubicBezTo>
                  <a:cubicBezTo>
                    <a:pt x="400050" y="302133"/>
                    <a:pt x="369189" y="286131"/>
                    <a:pt x="351663" y="258826"/>
                  </a:cubicBezTo>
                  <a:lnTo>
                    <a:pt x="185420" y="0"/>
                  </a:lnTo>
                  <a:close/>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
            <p:cNvSpPr/>
            <p:nvPr/>
          </p:nvSpPr>
          <p:spPr>
            <a:xfrm>
              <a:off x="3171063" y="1333119"/>
              <a:ext cx="443484" cy="419227"/>
            </a:xfrm>
            <a:custGeom>
              <a:avLst/>
              <a:gdLst/>
              <a:ahLst/>
              <a:cxnLst/>
              <a:rect l="l" t="t" r="r" b="b"/>
              <a:pathLst>
                <a:path w="443484" h="419227" extrusionOk="0">
                  <a:moveTo>
                    <a:pt x="0" y="0"/>
                  </a:moveTo>
                  <a:lnTo>
                    <a:pt x="0" y="174879"/>
                  </a:lnTo>
                  <a:lnTo>
                    <a:pt x="443484" y="419227"/>
                  </a:lnTo>
                  <a:lnTo>
                    <a:pt x="197866" y="0"/>
                  </a:lnTo>
                  <a:close/>
                </a:path>
              </a:pathLst>
            </a:custGeom>
            <a:solidFill>
              <a:srgbClr val="0088C5">
                <a:alpha val="7450"/>
              </a:srgbClr>
            </a:solidFill>
            <a:ln>
              <a:noFill/>
            </a:ln>
          </p:spPr>
        </p:sp>
        <p:sp>
          <p:nvSpPr>
            <p:cNvPr id="90" name="Google Shape;90;p1"/>
            <p:cNvSpPr/>
            <p:nvPr/>
          </p:nvSpPr>
          <p:spPr>
            <a:xfrm>
              <a:off x="2813939" y="1477391"/>
              <a:ext cx="266319" cy="587756"/>
            </a:xfrm>
            <a:custGeom>
              <a:avLst/>
              <a:gdLst/>
              <a:ahLst/>
              <a:cxnLst/>
              <a:rect l="l" t="t" r="r" b="b"/>
              <a:pathLst>
                <a:path w="266319" h="587756" extrusionOk="0">
                  <a:moveTo>
                    <a:pt x="104140" y="0"/>
                  </a:moveTo>
                  <a:lnTo>
                    <a:pt x="0" y="143383"/>
                  </a:lnTo>
                  <a:lnTo>
                    <a:pt x="218059" y="587756"/>
                  </a:lnTo>
                  <a:lnTo>
                    <a:pt x="266319" y="108966"/>
                  </a:lnTo>
                  <a:close/>
                </a:path>
              </a:pathLst>
            </a:custGeom>
            <a:solidFill>
              <a:srgbClr val="0088C5">
                <a:alpha val="7450"/>
              </a:srgbClr>
            </a:solidFill>
            <a:ln>
              <a:noFill/>
            </a:ln>
          </p:spPr>
        </p:sp>
        <p:sp>
          <p:nvSpPr>
            <p:cNvPr id="91" name="Google Shape;91;p1"/>
            <p:cNvSpPr/>
            <p:nvPr/>
          </p:nvSpPr>
          <p:spPr>
            <a:xfrm>
              <a:off x="3408172" y="947166"/>
              <a:ext cx="310134" cy="203708"/>
            </a:xfrm>
            <a:custGeom>
              <a:avLst/>
              <a:gdLst/>
              <a:ahLst/>
              <a:cxnLst/>
              <a:rect l="l" t="t" r="r" b="b"/>
              <a:pathLst>
                <a:path w="310134" h="203708" extrusionOk="0">
                  <a:moveTo>
                    <a:pt x="148209" y="0"/>
                  </a:moveTo>
                  <a:lnTo>
                    <a:pt x="0" y="81407"/>
                  </a:lnTo>
                  <a:lnTo>
                    <a:pt x="71628" y="203708"/>
                  </a:lnTo>
                  <a:lnTo>
                    <a:pt x="310134" y="203708"/>
                  </a:lnTo>
                  <a:lnTo>
                    <a:pt x="310134" y="90043"/>
                  </a:lnTo>
                  <a:lnTo>
                    <a:pt x="148336" y="0"/>
                  </a:lnTo>
                  <a:close/>
                </a:path>
              </a:pathLst>
            </a:custGeom>
            <a:solidFill>
              <a:srgbClr val="0088C5">
                <a:alpha val="7450"/>
              </a:srgbClr>
            </a:solidFill>
            <a:ln>
              <a:noFill/>
            </a:ln>
          </p:spPr>
        </p:sp>
        <p:sp>
          <p:nvSpPr>
            <p:cNvPr id="92" name="Google Shape;92;p1"/>
            <p:cNvSpPr/>
            <p:nvPr/>
          </p:nvSpPr>
          <p:spPr>
            <a:xfrm>
              <a:off x="3586607" y="126111"/>
              <a:ext cx="131699" cy="224790"/>
            </a:xfrm>
            <a:custGeom>
              <a:avLst/>
              <a:gdLst/>
              <a:ahLst/>
              <a:cxnLst/>
              <a:rect l="l" t="t" r="r" b="b"/>
              <a:pathLst>
                <a:path w="131699" h="224790" extrusionOk="0">
                  <a:moveTo>
                    <a:pt x="131699" y="0"/>
                  </a:moveTo>
                  <a:lnTo>
                    <a:pt x="0" y="224790"/>
                  </a:lnTo>
                  <a:lnTo>
                    <a:pt x="131699" y="224790"/>
                  </a:lnTo>
                  <a:lnTo>
                    <a:pt x="131699" y="0"/>
                  </a:lnTo>
                  <a:close/>
                </a:path>
              </a:pathLst>
            </a:custGeom>
            <a:solidFill>
              <a:srgbClr val="A6C5D3">
                <a:alpha val="7450"/>
              </a:srgbClr>
            </a:solidFill>
            <a:ln>
              <a:noFill/>
            </a:ln>
          </p:spPr>
        </p:sp>
        <p:sp>
          <p:nvSpPr>
            <p:cNvPr id="93" name="Google Shape;93;p1"/>
            <p:cNvSpPr/>
            <p:nvPr/>
          </p:nvSpPr>
          <p:spPr>
            <a:xfrm>
              <a:off x="63500" y="63500"/>
              <a:ext cx="606679" cy="449453"/>
            </a:xfrm>
            <a:custGeom>
              <a:avLst/>
              <a:gdLst/>
              <a:ahLst/>
              <a:cxnLst/>
              <a:rect l="l" t="t" r="r" b="b"/>
              <a:pathLst>
                <a:path w="606679" h="449453" extrusionOk="0">
                  <a:moveTo>
                    <a:pt x="78867" y="0"/>
                  </a:moveTo>
                  <a:lnTo>
                    <a:pt x="107950" y="108077"/>
                  </a:lnTo>
                  <a:cubicBezTo>
                    <a:pt x="116205" y="138938"/>
                    <a:pt x="107188" y="171577"/>
                    <a:pt x="84201" y="194437"/>
                  </a:cubicBezTo>
                  <a:lnTo>
                    <a:pt x="0" y="277876"/>
                  </a:lnTo>
                  <a:lnTo>
                    <a:pt x="98679" y="277876"/>
                  </a:lnTo>
                  <a:cubicBezTo>
                    <a:pt x="141224" y="277876"/>
                    <a:pt x="178562" y="305181"/>
                    <a:pt x="189992" y="344551"/>
                  </a:cubicBezTo>
                  <a:lnTo>
                    <a:pt x="220472" y="449453"/>
                  </a:lnTo>
                  <a:lnTo>
                    <a:pt x="250444" y="352552"/>
                  </a:lnTo>
                  <a:cubicBezTo>
                    <a:pt x="262382" y="313944"/>
                    <a:pt x="299339" y="287401"/>
                    <a:pt x="341376" y="287401"/>
                  </a:cubicBezTo>
                  <a:lnTo>
                    <a:pt x="606679" y="287401"/>
                  </a:lnTo>
                  <a:lnTo>
                    <a:pt x="373126" y="157480"/>
                  </a:lnTo>
                  <a:cubicBezTo>
                    <a:pt x="336423" y="137033"/>
                    <a:pt x="318262" y="95631"/>
                    <a:pt x="328676" y="56134"/>
                  </a:cubicBezTo>
                  <a:lnTo>
                    <a:pt x="343535" y="0"/>
                  </a:lnTo>
                  <a:lnTo>
                    <a:pt x="316865" y="0"/>
                  </a:lnTo>
                  <a:lnTo>
                    <a:pt x="283972" y="30988"/>
                  </a:lnTo>
                  <a:cubicBezTo>
                    <a:pt x="265811" y="48133"/>
                    <a:pt x="241808" y="57023"/>
                    <a:pt x="217551" y="57023"/>
                  </a:cubicBezTo>
                  <a:cubicBezTo>
                    <a:pt x="201549" y="57023"/>
                    <a:pt x="185420" y="53086"/>
                    <a:pt x="170688" y="45085"/>
                  </a:cubicBezTo>
                  <a:lnTo>
                    <a:pt x="88138" y="0"/>
                  </a:lnTo>
                  <a:close/>
                </a:path>
              </a:pathLst>
            </a:custGeom>
            <a:solidFill>
              <a:srgbClr val="8BA0B8">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
            <p:cNvSpPr/>
            <p:nvPr/>
          </p:nvSpPr>
          <p:spPr>
            <a:xfrm>
              <a:off x="3171063" y="63500"/>
              <a:ext cx="366268" cy="287401"/>
            </a:xfrm>
            <a:custGeom>
              <a:avLst/>
              <a:gdLst/>
              <a:ahLst/>
              <a:cxnLst/>
              <a:rect l="l" t="t" r="r" b="b"/>
              <a:pathLst>
                <a:path w="366268" h="287401" extrusionOk="0">
                  <a:moveTo>
                    <a:pt x="204216" y="0"/>
                  </a:moveTo>
                  <a:lnTo>
                    <a:pt x="0" y="112522"/>
                  </a:lnTo>
                  <a:lnTo>
                    <a:pt x="0" y="287401"/>
                  </a:lnTo>
                  <a:lnTo>
                    <a:pt x="197866" y="287401"/>
                  </a:lnTo>
                  <a:lnTo>
                    <a:pt x="366268" y="0"/>
                  </a:lnTo>
                  <a:close/>
                </a:path>
              </a:pathLst>
            </a:custGeom>
            <a:solidFill>
              <a:srgbClr val="0088C5">
                <a:alpha val="7450"/>
              </a:srgbClr>
            </a:solidFill>
            <a:ln>
              <a:noFill/>
            </a:ln>
          </p:spPr>
        </p:sp>
        <p:sp>
          <p:nvSpPr>
            <p:cNvPr id="95" name="Google Shape;95;p1"/>
            <p:cNvSpPr/>
            <p:nvPr/>
          </p:nvSpPr>
          <p:spPr>
            <a:xfrm>
              <a:off x="3408172" y="533273"/>
              <a:ext cx="310007" cy="203581"/>
            </a:xfrm>
            <a:custGeom>
              <a:avLst/>
              <a:gdLst/>
              <a:ahLst/>
              <a:cxnLst/>
              <a:rect l="l" t="t" r="r" b="b"/>
              <a:pathLst>
                <a:path w="310007" h="203581" extrusionOk="0">
                  <a:moveTo>
                    <a:pt x="71628" y="0"/>
                  </a:moveTo>
                  <a:lnTo>
                    <a:pt x="0" y="122174"/>
                  </a:lnTo>
                  <a:lnTo>
                    <a:pt x="148209" y="203581"/>
                  </a:lnTo>
                  <a:lnTo>
                    <a:pt x="310007" y="113538"/>
                  </a:lnTo>
                  <a:lnTo>
                    <a:pt x="310007" y="0"/>
                  </a:lnTo>
                  <a:close/>
                </a:path>
              </a:pathLst>
            </a:custGeom>
            <a:solidFill>
              <a:srgbClr val="0088C5">
                <a:alpha val="7450"/>
              </a:srgbClr>
            </a:solidFill>
            <a:ln>
              <a:noFill/>
            </a:ln>
          </p:spPr>
        </p:sp>
        <p:sp>
          <p:nvSpPr>
            <p:cNvPr id="96" name="Google Shape;96;p1"/>
            <p:cNvSpPr/>
            <p:nvPr/>
          </p:nvSpPr>
          <p:spPr>
            <a:xfrm>
              <a:off x="1435735" y="1734312"/>
              <a:ext cx="839851" cy="1090041"/>
            </a:xfrm>
            <a:custGeom>
              <a:avLst/>
              <a:gdLst/>
              <a:ahLst/>
              <a:cxnLst/>
              <a:rect l="l" t="t" r="r" b="b"/>
              <a:pathLst>
                <a:path w="839851" h="1090041" extrusionOk="0">
                  <a:moveTo>
                    <a:pt x="795655" y="0"/>
                  </a:moveTo>
                  <a:lnTo>
                    <a:pt x="839851" y="683006"/>
                  </a:lnTo>
                  <a:lnTo>
                    <a:pt x="621919" y="1090041"/>
                  </a:lnTo>
                  <a:lnTo>
                    <a:pt x="246761" y="1016889"/>
                  </a:lnTo>
                  <a:lnTo>
                    <a:pt x="0" y="797306"/>
                  </a:lnTo>
                  <a:lnTo>
                    <a:pt x="238760" y="346964"/>
                  </a:lnTo>
                  <a:close/>
                </a:path>
              </a:pathLst>
            </a:custGeom>
            <a:solidFill>
              <a:srgbClr val="1C7347">
                <a:alpha val="7450"/>
              </a:srgbClr>
            </a:solidFill>
            <a:ln>
              <a:noFill/>
            </a:ln>
          </p:spPr>
        </p:sp>
        <p:sp>
          <p:nvSpPr>
            <p:cNvPr id="97" name="Google Shape;97;p1"/>
            <p:cNvSpPr/>
            <p:nvPr/>
          </p:nvSpPr>
          <p:spPr>
            <a:xfrm>
              <a:off x="2468118" y="1840230"/>
              <a:ext cx="680847" cy="1136269"/>
            </a:xfrm>
            <a:custGeom>
              <a:avLst/>
              <a:gdLst/>
              <a:ahLst/>
              <a:cxnLst/>
              <a:rect l="l" t="t" r="r" b="b"/>
              <a:pathLst>
                <a:path w="680847" h="1136269" extrusionOk="0">
                  <a:moveTo>
                    <a:pt x="668782" y="502793"/>
                  </a:moveTo>
                  <a:lnTo>
                    <a:pt x="680847" y="1035177"/>
                  </a:lnTo>
                  <a:lnTo>
                    <a:pt x="369443" y="1136269"/>
                  </a:lnTo>
                  <a:lnTo>
                    <a:pt x="28829" y="1060958"/>
                  </a:lnTo>
                  <a:lnTo>
                    <a:pt x="0" y="615950"/>
                  </a:lnTo>
                  <a:lnTo>
                    <a:pt x="329819" y="0"/>
                  </a:lnTo>
                  <a:close/>
                </a:path>
              </a:pathLst>
            </a:custGeom>
            <a:solidFill>
              <a:srgbClr val="9AABC2">
                <a:alpha val="7450"/>
              </a:srgbClr>
            </a:solidFill>
            <a:ln>
              <a:noFill/>
            </a:ln>
          </p:spPr>
        </p:sp>
        <p:sp>
          <p:nvSpPr>
            <p:cNvPr id="98" name="Google Shape;98;p1"/>
            <p:cNvSpPr/>
            <p:nvPr/>
          </p:nvSpPr>
          <p:spPr>
            <a:xfrm>
              <a:off x="835533" y="1405509"/>
              <a:ext cx="984377" cy="822325"/>
            </a:xfrm>
            <a:custGeom>
              <a:avLst/>
              <a:gdLst/>
              <a:ahLst/>
              <a:cxnLst/>
              <a:rect l="l" t="t" r="r" b="b"/>
              <a:pathLst>
                <a:path w="984377" h="822325" extrusionOk="0">
                  <a:moveTo>
                    <a:pt x="984250" y="0"/>
                  </a:moveTo>
                  <a:lnTo>
                    <a:pt x="693166" y="549275"/>
                  </a:lnTo>
                  <a:lnTo>
                    <a:pt x="254889" y="822325"/>
                  </a:lnTo>
                  <a:lnTo>
                    <a:pt x="0" y="613156"/>
                  </a:lnTo>
                  <a:lnTo>
                    <a:pt x="984377" y="0"/>
                  </a:lnTo>
                  <a:close/>
                </a:path>
              </a:pathLst>
            </a:custGeom>
            <a:solidFill>
              <a:srgbClr val="AE2724">
                <a:alpha val="7450"/>
              </a:srgbClr>
            </a:solidFill>
            <a:ln>
              <a:noFill/>
            </a:ln>
          </p:spPr>
        </p:sp>
        <p:sp>
          <p:nvSpPr>
            <p:cNvPr id="99" name="Google Shape;99;p1"/>
            <p:cNvSpPr/>
            <p:nvPr/>
          </p:nvSpPr>
          <p:spPr>
            <a:xfrm>
              <a:off x="2414016" y="1517142"/>
              <a:ext cx="265049" cy="583565"/>
            </a:xfrm>
            <a:custGeom>
              <a:avLst/>
              <a:gdLst/>
              <a:ahLst/>
              <a:cxnLst/>
              <a:rect l="l" t="t" r="r" b="b"/>
              <a:pathLst>
                <a:path w="265049" h="583565" extrusionOk="0">
                  <a:moveTo>
                    <a:pt x="166116" y="0"/>
                  </a:moveTo>
                  <a:lnTo>
                    <a:pt x="265049" y="146685"/>
                  </a:lnTo>
                  <a:lnTo>
                    <a:pt x="31115" y="583565"/>
                  </a:lnTo>
                  <a:lnTo>
                    <a:pt x="0" y="103378"/>
                  </a:lnTo>
                  <a:close/>
                </a:path>
              </a:pathLst>
            </a:custGeom>
            <a:solidFill>
              <a:srgbClr val="0088C5">
                <a:alpha val="7450"/>
              </a:srgbClr>
            </a:solidFill>
            <a:ln>
              <a:noFill/>
            </a:ln>
          </p:spPr>
        </p:sp>
        <p:sp>
          <p:nvSpPr>
            <p:cNvPr id="100" name="Google Shape;100;p1"/>
            <p:cNvSpPr/>
            <p:nvPr/>
          </p:nvSpPr>
          <p:spPr>
            <a:xfrm>
              <a:off x="1846453" y="1385570"/>
              <a:ext cx="371475" cy="371348"/>
            </a:xfrm>
            <a:custGeom>
              <a:avLst/>
              <a:gdLst/>
              <a:ahLst/>
              <a:cxnLst/>
              <a:rect l="l" t="t" r="r" b="b"/>
              <a:pathLst>
                <a:path w="371475" h="371348" extrusionOk="0">
                  <a:moveTo>
                    <a:pt x="371475" y="139954"/>
                  </a:moveTo>
                  <a:lnTo>
                    <a:pt x="0" y="371348"/>
                  </a:lnTo>
                  <a:lnTo>
                    <a:pt x="192024" y="9144"/>
                  </a:lnTo>
                  <a:lnTo>
                    <a:pt x="362458" y="0"/>
                  </a:lnTo>
                  <a:close/>
                </a:path>
              </a:pathLst>
            </a:custGeom>
            <a:solidFill>
              <a:srgbClr val="0088C5">
                <a:alpha val="7450"/>
              </a:srgbClr>
            </a:solidFill>
            <a:ln>
              <a:noFill/>
            </a:ln>
          </p:spPr>
        </p:sp>
        <p:sp>
          <p:nvSpPr>
            <p:cNvPr id="101" name="Google Shape;101;p1"/>
            <p:cNvSpPr/>
            <p:nvPr/>
          </p:nvSpPr>
          <p:spPr>
            <a:xfrm>
              <a:off x="1950212" y="2772664"/>
              <a:ext cx="544576" cy="556641"/>
            </a:xfrm>
            <a:custGeom>
              <a:avLst/>
              <a:gdLst/>
              <a:ahLst/>
              <a:cxnLst/>
              <a:rect l="l" t="t" r="r" b="b"/>
              <a:pathLst>
                <a:path w="544576" h="556641" extrusionOk="0">
                  <a:moveTo>
                    <a:pt x="435102" y="290957"/>
                  </a:moveTo>
                  <a:lnTo>
                    <a:pt x="544576" y="315214"/>
                  </a:lnTo>
                  <a:lnTo>
                    <a:pt x="446278" y="347091"/>
                  </a:lnTo>
                  <a:cubicBezTo>
                    <a:pt x="407162" y="359791"/>
                    <a:pt x="381000" y="395351"/>
                    <a:pt x="381762" y="435102"/>
                  </a:cubicBezTo>
                  <a:lnTo>
                    <a:pt x="384048" y="556641"/>
                  </a:lnTo>
                  <a:lnTo>
                    <a:pt x="269113" y="453263"/>
                  </a:lnTo>
                  <a:cubicBezTo>
                    <a:pt x="243967" y="430530"/>
                    <a:pt x="207899" y="422910"/>
                    <a:pt x="175006" y="433070"/>
                  </a:cubicBezTo>
                  <a:lnTo>
                    <a:pt x="93091" y="458597"/>
                  </a:lnTo>
                  <a:lnTo>
                    <a:pt x="117729" y="409067"/>
                  </a:lnTo>
                  <a:cubicBezTo>
                    <a:pt x="135636" y="372999"/>
                    <a:pt x="127127" y="329946"/>
                    <a:pt x="96647" y="302768"/>
                  </a:cubicBezTo>
                  <a:lnTo>
                    <a:pt x="0" y="216662"/>
                  </a:lnTo>
                  <a:lnTo>
                    <a:pt x="139954" y="243967"/>
                  </a:lnTo>
                  <a:cubicBezTo>
                    <a:pt x="181610" y="252095"/>
                    <a:pt x="223647" y="232664"/>
                    <a:pt x="243078" y="196342"/>
                  </a:cubicBezTo>
                  <a:lnTo>
                    <a:pt x="348234" y="0"/>
                  </a:lnTo>
                  <a:lnTo>
                    <a:pt x="361696" y="207645"/>
                  </a:lnTo>
                  <a:cubicBezTo>
                    <a:pt x="364363" y="247904"/>
                    <a:pt x="394081" y="281813"/>
                    <a:pt x="435102" y="290830"/>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
            <p:cNvSpPr/>
            <p:nvPr/>
          </p:nvSpPr>
          <p:spPr>
            <a:xfrm>
              <a:off x="853059" y="2279269"/>
              <a:ext cx="503682" cy="522859"/>
            </a:xfrm>
            <a:custGeom>
              <a:avLst/>
              <a:gdLst/>
              <a:ahLst/>
              <a:cxnLst/>
              <a:rect l="l" t="t" r="r" b="b"/>
              <a:pathLst>
                <a:path w="503682" h="522859" extrusionOk="0">
                  <a:moveTo>
                    <a:pt x="121666" y="169799"/>
                  </a:moveTo>
                  <a:lnTo>
                    <a:pt x="87884" y="65786"/>
                  </a:lnTo>
                  <a:lnTo>
                    <a:pt x="167894" y="131445"/>
                  </a:lnTo>
                  <a:cubicBezTo>
                    <a:pt x="199771" y="157607"/>
                    <a:pt x="245745" y="160528"/>
                    <a:pt x="281051" y="138684"/>
                  </a:cubicBezTo>
                  <a:lnTo>
                    <a:pt x="503682" y="0"/>
                  </a:lnTo>
                  <a:lnTo>
                    <a:pt x="381254" y="231140"/>
                  </a:lnTo>
                  <a:cubicBezTo>
                    <a:pt x="361950" y="267462"/>
                    <a:pt x="370205" y="311785"/>
                    <a:pt x="401320" y="339471"/>
                  </a:cubicBezTo>
                  <a:lnTo>
                    <a:pt x="471932" y="402336"/>
                  </a:lnTo>
                  <a:lnTo>
                    <a:pt x="377952" y="383921"/>
                  </a:lnTo>
                  <a:cubicBezTo>
                    <a:pt x="336550" y="375793"/>
                    <a:pt x="294513" y="395097"/>
                    <a:pt x="274955" y="431292"/>
                  </a:cubicBezTo>
                  <a:lnTo>
                    <a:pt x="225425" y="522859"/>
                  </a:lnTo>
                  <a:lnTo>
                    <a:pt x="186690" y="411226"/>
                  </a:lnTo>
                  <a:cubicBezTo>
                    <a:pt x="176149" y="381000"/>
                    <a:pt x="150114" y="358267"/>
                    <a:pt x="117856" y="351155"/>
                  </a:cubicBezTo>
                  <a:lnTo>
                    <a:pt x="0" y="325247"/>
                  </a:lnTo>
                  <a:lnTo>
                    <a:pt x="82677" y="273431"/>
                  </a:lnTo>
                  <a:cubicBezTo>
                    <a:pt x="118364" y="251206"/>
                    <a:pt x="134366" y="208788"/>
                    <a:pt x="121666" y="169672"/>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
            <p:cNvSpPr/>
            <p:nvPr/>
          </p:nvSpPr>
          <p:spPr>
            <a:xfrm>
              <a:off x="486029" y="592201"/>
              <a:ext cx="1189736" cy="690118"/>
            </a:xfrm>
            <a:custGeom>
              <a:avLst/>
              <a:gdLst/>
              <a:ahLst/>
              <a:cxnLst/>
              <a:rect l="l" t="t" r="r" b="b"/>
              <a:pathLst>
                <a:path w="1189736" h="690118" extrusionOk="0">
                  <a:moveTo>
                    <a:pt x="1189736" y="317754"/>
                  </a:moveTo>
                  <a:lnTo>
                    <a:pt x="559181" y="0"/>
                  </a:lnTo>
                  <a:lnTo>
                    <a:pt x="83820" y="24892"/>
                  </a:lnTo>
                  <a:lnTo>
                    <a:pt x="0" y="383921"/>
                  </a:lnTo>
                  <a:lnTo>
                    <a:pt x="107696" y="690118"/>
                  </a:lnTo>
                  <a:lnTo>
                    <a:pt x="632841" y="664718"/>
                  </a:lnTo>
                  <a:close/>
                </a:path>
              </a:pathLst>
            </a:custGeom>
            <a:solidFill>
              <a:srgbClr val="A6C5D3">
                <a:alpha val="7450"/>
              </a:srgbClr>
            </a:solidFill>
            <a:ln>
              <a:noFill/>
            </a:ln>
          </p:spPr>
        </p:sp>
        <p:sp>
          <p:nvSpPr>
            <p:cNvPr id="104" name="Google Shape;104;p1"/>
            <p:cNvSpPr/>
            <p:nvPr/>
          </p:nvSpPr>
          <p:spPr>
            <a:xfrm>
              <a:off x="676275" y="63500"/>
              <a:ext cx="1130427" cy="343916"/>
            </a:xfrm>
            <a:custGeom>
              <a:avLst/>
              <a:gdLst/>
              <a:ahLst/>
              <a:cxnLst/>
              <a:rect l="l" t="t" r="r" b="b"/>
              <a:pathLst>
                <a:path w="1130427" h="343916" extrusionOk="0">
                  <a:moveTo>
                    <a:pt x="28067" y="0"/>
                  </a:moveTo>
                  <a:lnTo>
                    <a:pt x="0" y="136779"/>
                  </a:lnTo>
                  <a:lnTo>
                    <a:pt x="410845" y="343916"/>
                  </a:lnTo>
                  <a:lnTo>
                    <a:pt x="1130427" y="306197"/>
                  </a:lnTo>
                  <a:lnTo>
                    <a:pt x="924052" y="0"/>
                  </a:lnTo>
                  <a:close/>
                </a:path>
              </a:pathLst>
            </a:custGeom>
            <a:solidFill>
              <a:srgbClr val="9AABC2">
                <a:alpha val="7450"/>
              </a:srgbClr>
            </a:solidFill>
            <a:ln>
              <a:noFill/>
            </a:ln>
          </p:spPr>
        </p:sp>
        <p:sp>
          <p:nvSpPr>
            <p:cNvPr id="105" name="Google Shape;105;p1"/>
            <p:cNvSpPr/>
            <p:nvPr/>
          </p:nvSpPr>
          <p:spPr>
            <a:xfrm>
              <a:off x="741045" y="1405509"/>
              <a:ext cx="1078865" cy="613156"/>
            </a:xfrm>
            <a:custGeom>
              <a:avLst/>
              <a:gdLst/>
              <a:ahLst/>
              <a:cxnLst/>
              <a:rect l="l" t="t" r="r" b="b"/>
              <a:pathLst>
                <a:path w="1078865" h="613156" extrusionOk="0">
                  <a:moveTo>
                    <a:pt x="1078738" y="0"/>
                  </a:moveTo>
                  <a:lnTo>
                    <a:pt x="438277" y="30988"/>
                  </a:lnTo>
                  <a:lnTo>
                    <a:pt x="0" y="304038"/>
                  </a:lnTo>
                  <a:lnTo>
                    <a:pt x="94488" y="613156"/>
                  </a:lnTo>
                  <a:lnTo>
                    <a:pt x="1078865" y="0"/>
                  </a:lnTo>
                  <a:close/>
                </a:path>
              </a:pathLst>
            </a:custGeom>
            <a:solidFill>
              <a:srgbClr val="AE2724">
                <a:alpha val="7450"/>
              </a:srgbClr>
            </a:solidFill>
            <a:ln>
              <a:noFill/>
            </a:ln>
          </p:spPr>
        </p:sp>
        <p:sp>
          <p:nvSpPr>
            <p:cNvPr id="106" name="Google Shape;106;p1"/>
            <p:cNvSpPr/>
            <p:nvPr/>
          </p:nvSpPr>
          <p:spPr>
            <a:xfrm>
              <a:off x="1415161" y="546100"/>
              <a:ext cx="609346" cy="250063"/>
            </a:xfrm>
            <a:custGeom>
              <a:avLst/>
              <a:gdLst/>
              <a:ahLst/>
              <a:cxnLst/>
              <a:rect l="l" t="t" r="r" b="b"/>
              <a:pathLst>
                <a:path w="609346" h="250063" extrusionOk="0">
                  <a:moveTo>
                    <a:pt x="609346" y="146685"/>
                  </a:moveTo>
                  <a:lnTo>
                    <a:pt x="510413" y="0"/>
                  </a:lnTo>
                  <a:lnTo>
                    <a:pt x="0" y="26670"/>
                  </a:lnTo>
                  <a:lnTo>
                    <a:pt x="443230" y="250063"/>
                  </a:lnTo>
                  <a:close/>
                </a:path>
              </a:pathLst>
            </a:custGeom>
            <a:solidFill>
              <a:srgbClr val="0088C5">
                <a:alpha val="7450"/>
              </a:srgbClr>
            </a:solidFill>
            <a:ln>
              <a:noFill/>
            </a:ln>
          </p:spPr>
        </p:sp>
        <p:sp>
          <p:nvSpPr>
            <p:cNvPr id="107" name="Google Shape;107;p1"/>
            <p:cNvSpPr/>
            <p:nvPr/>
          </p:nvSpPr>
          <p:spPr>
            <a:xfrm>
              <a:off x="2843276" y="63500"/>
              <a:ext cx="191516" cy="84074"/>
            </a:xfrm>
            <a:custGeom>
              <a:avLst/>
              <a:gdLst/>
              <a:ahLst/>
              <a:cxnLst/>
              <a:rect l="l" t="t" r="r" b="b"/>
              <a:pathLst>
                <a:path w="191516" h="84074" extrusionOk="0">
                  <a:moveTo>
                    <a:pt x="0" y="0"/>
                  </a:moveTo>
                  <a:lnTo>
                    <a:pt x="56642" y="84074"/>
                  </a:lnTo>
                  <a:lnTo>
                    <a:pt x="191516" y="0"/>
                  </a:lnTo>
                  <a:close/>
                </a:path>
              </a:pathLst>
            </a:custGeom>
            <a:solidFill>
              <a:srgbClr val="0088C5">
                <a:alpha val="7450"/>
              </a:srgbClr>
            </a:solidFill>
            <a:ln>
              <a:noFill/>
            </a:ln>
          </p:spPr>
        </p:sp>
        <p:sp>
          <p:nvSpPr>
            <p:cNvPr id="108" name="Google Shape;108;p1"/>
            <p:cNvSpPr/>
            <p:nvPr/>
          </p:nvSpPr>
          <p:spPr>
            <a:xfrm>
              <a:off x="1497076" y="1007237"/>
              <a:ext cx="500761" cy="231394"/>
            </a:xfrm>
            <a:custGeom>
              <a:avLst/>
              <a:gdLst/>
              <a:ahLst/>
              <a:cxnLst/>
              <a:rect l="l" t="t" r="r" b="b"/>
              <a:pathLst>
                <a:path w="500761" h="231394" extrusionOk="0">
                  <a:moveTo>
                    <a:pt x="371475" y="0"/>
                  </a:moveTo>
                  <a:lnTo>
                    <a:pt x="0" y="231394"/>
                  </a:lnTo>
                  <a:lnTo>
                    <a:pt x="422402" y="210947"/>
                  </a:lnTo>
                  <a:lnTo>
                    <a:pt x="500761" y="65151"/>
                  </a:lnTo>
                  <a:close/>
                </a:path>
              </a:pathLst>
            </a:custGeom>
            <a:solidFill>
              <a:srgbClr val="0088C5">
                <a:alpha val="7450"/>
              </a:srgbClr>
            </a:solidFill>
            <a:ln>
              <a:noFill/>
            </a:ln>
          </p:spPr>
        </p:sp>
        <p:sp>
          <p:nvSpPr>
            <p:cNvPr id="109" name="Google Shape;109;p1"/>
            <p:cNvSpPr/>
            <p:nvPr/>
          </p:nvSpPr>
          <p:spPr>
            <a:xfrm>
              <a:off x="190881" y="1318387"/>
              <a:ext cx="610235" cy="474345"/>
            </a:xfrm>
            <a:custGeom>
              <a:avLst/>
              <a:gdLst/>
              <a:ahLst/>
              <a:cxnLst/>
              <a:rect l="l" t="t" r="r" b="b"/>
              <a:pathLst>
                <a:path w="610235" h="474345" extrusionOk="0">
                  <a:moveTo>
                    <a:pt x="292862" y="402209"/>
                  </a:moveTo>
                  <a:lnTo>
                    <a:pt x="377825" y="474345"/>
                  </a:lnTo>
                  <a:lnTo>
                    <a:pt x="348234" y="377317"/>
                  </a:lnTo>
                  <a:cubicBezTo>
                    <a:pt x="336423" y="338582"/>
                    <a:pt x="352425" y="297053"/>
                    <a:pt x="387604" y="275082"/>
                  </a:cubicBezTo>
                  <a:lnTo>
                    <a:pt x="610235" y="136398"/>
                  </a:lnTo>
                  <a:lnTo>
                    <a:pt x="340741" y="149479"/>
                  </a:lnTo>
                  <a:cubicBezTo>
                    <a:pt x="298323" y="151511"/>
                    <a:pt x="259715" y="126238"/>
                    <a:pt x="246126" y="87630"/>
                  </a:cubicBezTo>
                  <a:lnTo>
                    <a:pt x="215265" y="0"/>
                  </a:lnTo>
                  <a:lnTo>
                    <a:pt x="194310" y="90043"/>
                  </a:lnTo>
                  <a:cubicBezTo>
                    <a:pt x="185039" y="129667"/>
                    <a:pt x="149606" y="158750"/>
                    <a:pt x="107315" y="161036"/>
                  </a:cubicBezTo>
                  <a:lnTo>
                    <a:pt x="0" y="167005"/>
                  </a:lnTo>
                  <a:lnTo>
                    <a:pt x="90297" y="246634"/>
                  </a:lnTo>
                  <a:cubicBezTo>
                    <a:pt x="114681" y="268224"/>
                    <a:pt x="125603" y="300355"/>
                    <a:pt x="119126" y="331470"/>
                  </a:cubicBezTo>
                  <a:lnTo>
                    <a:pt x="95631" y="445516"/>
                  </a:lnTo>
                  <a:lnTo>
                    <a:pt x="178435" y="393954"/>
                  </a:lnTo>
                  <a:cubicBezTo>
                    <a:pt x="214122" y="371729"/>
                    <a:pt x="260985" y="375031"/>
                    <a:pt x="292862" y="402209"/>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
            <p:cNvSpPr/>
            <p:nvPr/>
          </p:nvSpPr>
          <p:spPr>
            <a:xfrm>
              <a:off x="2359914" y="63500"/>
              <a:ext cx="194183" cy="83185"/>
            </a:xfrm>
            <a:custGeom>
              <a:avLst/>
              <a:gdLst/>
              <a:ahLst/>
              <a:cxnLst/>
              <a:rect l="l" t="t" r="r" b="b"/>
              <a:pathLst>
                <a:path w="194183" h="83185" extrusionOk="0">
                  <a:moveTo>
                    <a:pt x="0" y="0"/>
                  </a:moveTo>
                  <a:lnTo>
                    <a:pt x="254" y="9017"/>
                  </a:lnTo>
                  <a:lnTo>
                    <a:pt x="149606" y="83185"/>
                  </a:lnTo>
                  <a:lnTo>
                    <a:pt x="194183" y="0"/>
                  </a:lnTo>
                  <a:close/>
                </a:path>
              </a:pathLst>
            </a:custGeom>
            <a:solidFill>
              <a:srgbClr val="0088C5">
                <a:alpha val="7450"/>
              </a:srgbClr>
            </a:solidFill>
            <a:ln>
              <a:noFill/>
            </a:ln>
          </p:spPr>
        </p:sp>
        <p:sp>
          <p:nvSpPr>
            <p:cNvPr id="111" name="Google Shape;111;p1"/>
            <p:cNvSpPr/>
            <p:nvPr/>
          </p:nvSpPr>
          <p:spPr>
            <a:xfrm>
              <a:off x="1826260" y="63500"/>
              <a:ext cx="356743" cy="294767"/>
            </a:xfrm>
            <a:custGeom>
              <a:avLst/>
              <a:gdLst/>
              <a:ahLst/>
              <a:cxnLst/>
              <a:rect l="l" t="t" r="r" b="b"/>
              <a:pathLst>
                <a:path w="356743" h="294767" extrusionOk="0">
                  <a:moveTo>
                    <a:pt x="0" y="0"/>
                  </a:moveTo>
                  <a:lnTo>
                    <a:pt x="198628" y="294767"/>
                  </a:lnTo>
                  <a:lnTo>
                    <a:pt x="356743" y="286512"/>
                  </a:lnTo>
                  <a:lnTo>
                    <a:pt x="347345" y="125095"/>
                  </a:lnTo>
                  <a:lnTo>
                    <a:pt x="73025" y="0"/>
                  </a:lnTo>
                  <a:close/>
                </a:path>
              </a:pathLst>
            </a:custGeom>
            <a:solidFill>
              <a:srgbClr val="0088C5">
                <a:alpha val="7450"/>
              </a:srgbClr>
            </a:solidFill>
            <a:ln>
              <a:noFill/>
            </a:ln>
          </p:spPr>
        </p:sp>
      </p:grpSp>
      <p:sp>
        <p:nvSpPr>
          <p:cNvPr id="112" name="Google Shape;112;p1"/>
          <p:cNvSpPr/>
          <p:nvPr/>
        </p:nvSpPr>
        <p:spPr>
          <a:xfrm>
            <a:off x="8747609" y="564586"/>
            <a:ext cx="1243157" cy="688398"/>
          </a:xfrm>
          <a:custGeom>
            <a:avLst/>
            <a:gdLst/>
            <a:ahLst/>
            <a:cxnLst/>
            <a:rect l="l" t="t" r="r" b="b"/>
            <a:pathLst>
              <a:path w="1243157" h="688398" extrusionOk="0">
                <a:moveTo>
                  <a:pt x="0" y="0"/>
                </a:moveTo>
                <a:lnTo>
                  <a:pt x="1243157" y="0"/>
                </a:lnTo>
                <a:lnTo>
                  <a:pt x="1243157" y="688398"/>
                </a:lnTo>
                <a:lnTo>
                  <a:pt x="0" y="688398"/>
                </a:lnTo>
                <a:lnTo>
                  <a:pt x="0" y="0"/>
                </a:lnTo>
                <a:close/>
              </a:path>
            </a:pathLst>
          </a:custGeom>
          <a:blipFill rotWithShape="1">
            <a:blip r:embed="rId3">
              <a:alphaModFix/>
            </a:blip>
            <a:stretch>
              <a:fillRect/>
            </a:stretch>
          </a:blipFill>
          <a:ln>
            <a:noFill/>
          </a:ln>
        </p:spPr>
      </p:sp>
      <p:grpSp>
        <p:nvGrpSpPr>
          <p:cNvPr id="113" name="Google Shape;113;p1"/>
          <p:cNvGrpSpPr/>
          <p:nvPr/>
        </p:nvGrpSpPr>
        <p:grpSpPr>
          <a:xfrm>
            <a:off x="289704" y="16649944"/>
            <a:ext cx="2194297" cy="1089528"/>
            <a:chOff x="63500" y="63500"/>
            <a:chExt cx="2194306" cy="1089533"/>
          </a:xfrm>
        </p:grpSpPr>
        <p:sp>
          <p:nvSpPr>
            <p:cNvPr id="114" name="Google Shape;114;p1"/>
            <p:cNvSpPr/>
            <p:nvPr/>
          </p:nvSpPr>
          <p:spPr>
            <a:xfrm>
              <a:off x="975614" y="147955"/>
              <a:ext cx="348869" cy="526288"/>
            </a:xfrm>
            <a:custGeom>
              <a:avLst/>
              <a:gdLst/>
              <a:ahLst/>
              <a:cxnLst/>
              <a:rect l="l" t="t" r="r" b="b"/>
              <a:pathLst>
                <a:path w="348869" h="526288" extrusionOk="0">
                  <a:moveTo>
                    <a:pt x="171958" y="0"/>
                  </a:moveTo>
                  <a:lnTo>
                    <a:pt x="9271" y="48260"/>
                  </a:lnTo>
                  <a:lnTo>
                    <a:pt x="0" y="251333"/>
                  </a:lnTo>
                  <a:lnTo>
                    <a:pt x="178435" y="526288"/>
                  </a:lnTo>
                  <a:lnTo>
                    <a:pt x="348869" y="254635"/>
                  </a:lnTo>
                  <a:lnTo>
                    <a:pt x="338074" y="46736"/>
                  </a:lnTo>
                  <a:close/>
                </a:path>
              </a:pathLst>
            </a:custGeom>
            <a:solidFill>
              <a:srgbClr val="9AABC2">
                <a:alpha val="7450"/>
              </a:srgbClr>
            </a:solidFill>
            <a:ln>
              <a:noFill/>
            </a:ln>
          </p:spPr>
        </p:sp>
        <p:sp>
          <p:nvSpPr>
            <p:cNvPr id="115" name="Google Shape;115;p1"/>
            <p:cNvSpPr/>
            <p:nvPr/>
          </p:nvSpPr>
          <p:spPr>
            <a:xfrm>
              <a:off x="1387983" y="242189"/>
              <a:ext cx="395224" cy="497078"/>
            </a:xfrm>
            <a:custGeom>
              <a:avLst/>
              <a:gdLst/>
              <a:ahLst/>
              <a:cxnLst/>
              <a:rect l="l" t="t" r="r" b="b"/>
              <a:pathLst>
                <a:path w="395224" h="497078" extrusionOk="0">
                  <a:moveTo>
                    <a:pt x="276479" y="42037"/>
                  </a:moveTo>
                  <a:lnTo>
                    <a:pt x="112014" y="0"/>
                  </a:lnTo>
                  <a:lnTo>
                    <a:pt x="0" y="169545"/>
                  </a:lnTo>
                  <a:lnTo>
                    <a:pt x="12192" y="497078"/>
                  </a:lnTo>
                  <a:lnTo>
                    <a:pt x="297688" y="351155"/>
                  </a:lnTo>
                  <a:lnTo>
                    <a:pt x="395224" y="167132"/>
                  </a:lnTo>
                  <a:close/>
                </a:path>
              </a:pathLst>
            </a:custGeom>
            <a:solidFill>
              <a:srgbClr val="AE2724">
                <a:alpha val="7450"/>
              </a:srgbClr>
            </a:solidFill>
            <a:ln>
              <a:noFill/>
            </a:ln>
          </p:spPr>
        </p:sp>
        <p:sp>
          <p:nvSpPr>
            <p:cNvPr id="116" name="Google Shape;116;p1"/>
            <p:cNvSpPr/>
            <p:nvPr/>
          </p:nvSpPr>
          <p:spPr>
            <a:xfrm>
              <a:off x="516763" y="244094"/>
              <a:ext cx="395224" cy="496570"/>
            </a:xfrm>
            <a:custGeom>
              <a:avLst/>
              <a:gdLst/>
              <a:ahLst/>
              <a:cxnLst/>
              <a:rect l="l" t="t" r="r" b="b"/>
              <a:pathLst>
                <a:path w="395224" h="496570" extrusionOk="0">
                  <a:moveTo>
                    <a:pt x="117729" y="43180"/>
                  </a:moveTo>
                  <a:lnTo>
                    <a:pt x="281940" y="0"/>
                  </a:lnTo>
                  <a:lnTo>
                    <a:pt x="395224" y="168910"/>
                  </a:lnTo>
                  <a:lnTo>
                    <a:pt x="385064" y="496570"/>
                  </a:lnTo>
                  <a:lnTo>
                    <a:pt x="98298" y="352552"/>
                  </a:lnTo>
                  <a:lnTo>
                    <a:pt x="0" y="169037"/>
                  </a:lnTo>
                  <a:close/>
                </a:path>
              </a:pathLst>
            </a:custGeom>
            <a:solidFill>
              <a:srgbClr val="A6C5D3">
                <a:alpha val="7450"/>
              </a:srgbClr>
            </a:solidFill>
            <a:ln>
              <a:noFill/>
            </a:ln>
          </p:spPr>
        </p:sp>
        <p:sp>
          <p:nvSpPr>
            <p:cNvPr id="117" name="Google Shape;117;p1"/>
            <p:cNvSpPr/>
            <p:nvPr/>
          </p:nvSpPr>
          <p:spPr>
            <a:xfrm>
              <a:off x="1578610" y="539369"/>
              <a:ext cx="497840" cy="396875"/>
            </a:xfrm>
            <a:custGeom>
              <a:avLst/>
              <a:gdLst/>
              <a:ahLst/>
              <a:cxnLst/>
              <a:rect l="l" t="t" r="r" b="b"/>
              <a:pathLst>
                <a:path w="497840" h="396875" extrusionOk="0">
                  <a:moveTo>
                    <a:pt x="460375" y="120396"/>
                  </a:moveTo>
                  <a:lnTo>
                    <a:pt x="340487" y="0"/>
                  </a:lnTo>
                  <a:lnTo>
                    <a:pt x="157353" y="88265"/>
                  </a:lnTo>
                  <a:lnTo>
                    <a:pt x="0" y="375793"/>
                  </a:lnTo>
                  <a:lnTo>
                    <a:pt x="320040" y="396875"/>
                  </a:lnTo>
                  <a:lnTo>
                    <a:pt x="497840" y="288671"/>
                  </a:lnTo>
                  <a:close/>
                </a:path>
              </a:pathLst>
            </a:custGeom>
            <a:solidFill>
              <a:srgbClr val="1C7347">
                <a:alpha val="7450"/>
              </a:srgbClr>
            </a:solidFill>
            <a:ln>
              <a:noFill/>
            </a:ln>
          </p:spPr>
        </p:sp>
        <p:sp>
          <p:nvSpPr>
            <p:cNvPr id="118" name="Google Shape;118;p1"/>
            <p:cNvSpPr/>
            <p:nvPr/>
          </p:nvSpPr>
          <p:spPr>
            <a:xfrm>
              <a:off x="227330" y="540131"/>
              <a:ext cx="493268" cy="397383"/>
            </a:xfrm>
            <a:custGeom>
              <a:avLst/>
              <a:gdLst/>
              <a:ahLst/>
              <a:cxnLst/>
              <a:rect l="l" t="t" r="r" b="b"/>
              <a:pathLst>
                <a:path w="493268" h="397383" extrusionOk="0">
                  <a:moveTo>
                    <a:pt x="45974" y="114427"/>
                  </a:moveTo>
                  <a:lnTo>
                    <a:pt x="171196" y="0"/>
                  </a:lnTo>
                  <a:lnTo>
                    <a:pt x="349885" y="96901"/>
                  </a:lnTo>
                  <a:lnTo>
                    <a:pt x="493268" y="391668"/>
                  </a:lnTo>
                  <a:lnTo>
                    <a:pt x="172593" y="397383"/>
                  </a:lnTo>
                  <a:lnTo>
                    <a:pt x="0" y="280797"/>
                  </a:lnTo>
                  <a:close/>
                </a:path>
              </a:pathLst>
            </a:custGeom>
            <a:solidFill>
              <a:srgbClr val="006B8B">
                <a:alpha val="7450"/>
              </a:srgbClr>
            </a:solidFill>
            <a:ln>
              <a:noFill/>
            </a:ln>
          </p:spPr>
        </p:sp>
        <p:sp>
          <p:nvSpPr>
            <p:cNvPr id="119" name="Google Shape;119;p1"/>
            <p:cNvSpPr/>
            <p:nvPr/>
          </p:nvSpPr>
          <p:spPr>
            <a:xfrm>
              <a:off x="1660652" y="982853"/>
              <a:ext cx="515747" cy="170053"/>
            </a:xfrm>
            <a:custGeom>
              <a:avLst/>
              <a:gdLst/>
              <a:ahLst/>
              <a:cxnLst/>
              <a:rect l="l" t="t" r="r" b="b"/>
              <a:pathLst>
                <a:path w="515747" h="170053" extrusionOk="0">
                  <a:moveTo>
                    <a:pt x="266954" y="0"/>
                  </a:moveTo>
                  <a:lnTo>
                    <a:pt x="0" y="170053"/>
                  </a:lnTo>
                  <a:lnTo>
                    <a:pt x="515747" y="170053"/>
                  </a:lnTo>
                  <a:lnTo>
                    <a:pt x="469900" y="11049"/>
                  </a:lnTo>
                  <a:lnTo>
                    <a:pt x="267081" y="0"/>
                  </a:lnTo>
                  <a:close/>
                </a:path>
              </a:pathLst>
            </a:custGeom>
            <a:solidFill>
              <a:srgbClr val="9AABC2">
                <a:alpha val="7450"/>
              </a:srgbClr>
            </a:solidFill>
            <a:ln>
              <a:noFill/>
            </a:ln>
          </p:spPr>
        </p:sp>
        <p:sp>
          <p:nvSpPr>
            <p:cNvPr id="120" name="Google Shape;120;p1"/>
            <p:cNvSpPr/>
            <p:nvPr/>
          </p:nvSpPr>
          <p:spPr>
            <a:xfrm>
              <a:off x="147066" y="996823"/>
              <a:ext cx="484886" cy="156210"/>
            </a:xfrm>
            <a:custGeom>
              <a:avLst/>
              <a:gdLst/>
              <a:ahLst/>
              <a:cxnLst/>
              <a:rect l="l" t="t" r="r" b="b"/>
              <a:pathLst>
                <a:path w="484886" h="156210" extrusionOk="0">
                  <a:moveTo>
                    <a:pt x="248793" y="0"/>
                  </a:moveTo>
                  <a:lnTo>
                    <a:pt x="45593" y="7493"/>
                  </a:lnTo>
                  <a:lnTo>
                    <a:pt x="0" y="156210"/>
                  </a:lnTo>
                  <a:lnTo>
                    <a:pt x="484886" y="156210"/>
                  </a:lnTo>
                  <a:lnTo>
                    <a:pt x="248793" y="0"/>
                  </a:lnTo>
                  <a:close/>
                </a:path>
              </a:pathLst>
            </a:custGeom>
            <a:solidFill>
              <a:srgbClr val="AE2724">
                <a:alpha val="7450"/>
              </a:srgbClr>
            </a:solidFill>
            <a:ln>
              <a:noFill/>
            </a:ln>
          </p:spPr>
        </p:sp>
        <p:sp>
          <p:nvSpPr>
            <p:cNvPr id="121" name="Google Shape;121;p1"/>
            <p:cNvSpPr/>
            <p:nvPr/>
          </p:nvSpPr>
          <p:spPr>
            <a:xfrm>
              <a:off x="670179" y="681101"/>
              <a:ext cx="236982" cy="241554"/>
            </a:xfrm>
            <a:custGeom>
              <a:avLst/>
              <a:gdLst/>
              <a:ahLst/>
              <a:cxnLst/>
              <a:rect l="l" t="t" r="r" b="b"/>
              <a:pathLst>
                <a:path w="236982" h="241554" extrusionOk="0">
                  <a:moveTo>
                    <a:pt x="0" y="0"/>
                  </a:moveTo>
                  <a:lnTo>
                    <a:pt x="228727" y="123190"/>
                  </a:lnTo>
                  <a:lnTo>
                    <a:pt x="236982" y="234950"/>
                  </a:lnTo>
                  <a:lnTo>
                    <a:pt x="112903" y="241554"/>
                  </a:lnTo>
                  <a:close/>
                </a:path>
              </a:pathLst>
            </a:custGeom>
            <a:solidFill>
              <a:srgbClr val="0088C5">
                <a:alpha val="7450"/>
              </a:srgbClr>
            </a:solidFill>
            <a:ln>
              <a:noFill/>
            </a:ln>
          </p:spPr>
        </p:sp>
        <p:sp>
          <p:nvSpPr>
            <p:cNvPr id="122" name="Google Shape;122;p1"/>
            <p:cNvSpPr/>
            <p:nvPr/>
          </p:nvSpPr>
          <p:spPr>
            <a:xfrm>
              <a:off x="1410081" y="667893"/>
              <a:ext cx="239268" cy="240538"/>
            </a:xfrm>
            <a:custGeom>
              <a:avLst/>
              <a:gdLst/>
              <a:ahLst/>
              <a:cxnLst/>
              <a:rect l="l" t="t" r="r" b="b"/>
              <a:pathLst>
                <a:path w="239268" h="240538" extrusionOk="0">
                  <a:moveTo>
                    <a:pt x="239268" y="0"/>
                  </a:moveTo>
                  <a:lnTo>
                    <a:pt x="9398" y="121285"/>
                  </a:lnTo>
                  <a:lnTo>
                    <a:pt x="0" y="232918"/>
                  </a:lnTo>
                  <a:lnTo>
                    <a:pt x="124206" y="240538"/>
                  </a:lnTo>
                  <a:close/>
                </a:path>
              </a:pathLst>
            </a:custGeom>
            <a:solidFill>
              <a:srgbClr val="0088C5">
                <a:alpha val="7450"/>
              </a:srgbClr>
            </a:solidFill>
            <a:ln>
              <a:noFill/>
            </a:ln>
          </p:spPr>
        </p:sp>
        <p:sp>
          <p:nvSpPr>
            <p:cNvPr id="123" name="Google Shape;123;p1"/>
            <p:cNvSpPr/>
            <p:nvPr/>
          </p:nvSpPr>
          <p:spPr>
            <a:xfrm>
              <a:off x="1492504" y="973963"/>
              <a:ext cx="320548" cy="159258"/>
            </a:xfrm>
            <a:custGeom>
              <a:avLst/>
              <a:gdLst/>
              <a:ahLst/>
              <a:cxnLst/>
              <a:rect l="l" t="t" r="r" b="b"/>
              <a:pathLst>
                <a:path w="320548" h="159258" extrusionOk="0">
                  <a:moveTo>
                    <a:pt x="320548" y="762"/>
                  </a:moveTo>
                  <a:lnTo>
                    <a:pt x="60960" y="0"/>
                  </a:lnTo>
                  <a:lnTo>
                    <a:pt x="0" y="94107"/>
                  </a:lnTo>
                  <a:lnTo>
                    <a:pt x="106045" y="159258"/>
                  </a:lnTo>
                  <a:close/>
                </a:path>
              </a:pathLst>
            </a:custGeom>
            <a:solidFill>
              <a:srgbClr val="0088C5">
                <a:alpha val="7450"/>
              </a:srgbClr>
            </a:solidFill>
            <a:ln>
              <a:noFill/>
            </a:ln>
          </p:spPr>
        </p:sp>
        <p:sp>
          <p:nvSpPr>
            <p:cNvPr id="124" name="Google Shape;124;p1"/>
            <p:cNvSpPr/>
            <p:nvPr/>
          </p:nvSpPr>
          <p:spPr>
            <a:xfrm>
              <a:off x="491490" y="983488"/>
              <a:ext cx="325247" cy="161417"/>
            </a:xfrm>
            <a:custGeom>
              <a:avLst/>
              <a:gdLst/>
              <a:ahLst/>
              <a:cxnLst/>
              <a:rect l="l" t="t" r="r" b="b"/>
              <a:pathLst>
                <a:path w="325247" h="161417" extrusionOk="0">
                  <a:moveTo>
                    <a:pt x="0" y="15367"/>
                  </a:moveTo>
                  <a:lnTo>
                    <a:pt x="259207" y="0"/>
                  </a:lnTo>
                  <a:lnTo>
                    <a:pt x="325247" y="90551"/>
                  </a:lnTo>
                  <a:lnTo>
                    <a:pt x="222885" y="161417"/>
                  </a:lnTo>
                  <a:close/>
                </a:path>
              </a:pathLst>
            </a:custGeom>
            <a:solidFill>
              <a:srgbClr val="0088C5">
                <a:alpha val="7450"/>
              </a:srgbClr>
            </a:solidFill>
            <a:ln>
              <a:noFill/>
            </a:ln>
          </p:spPr>
        </p:sp>
        <p:sp>
          <p:nvSpPr>
            <p:cNvPr id="125" name="Google Shape;125;p1"/>
            <p:cNvSpPr/>
            <p:nvPr/>
          </p:nvSpPr>
          <p:spPr>
            <a:xfrm>
              <a:off x="964057" y="501523"/>
              <a:ext cx="161798" cy="326009"/>
            </a:xfrm>
            <a:custGeom>
              <a:avLst/>
              <a:gdLst/>
              <a:ahLst/>
              <a:cxnLst/>
              <a:rect l="l" t="t" r="r" b="b"/>
              <a:pathLst>
                <a:path w="161798" h="326009" extrusionOk="0">
                  <a:moveTo>
                    <a:pt x="18034" y="0"/>
                  </a:moveTo>
                  <a:lnTo>
                    <a:pt x="0" y="259207"/>
                  </a:lnTo>
                  <a:lnTo>
                    <a:pt x="89916" y="326009"/>
                  </a:lnTo>
                  <a:lnTo>
                    <a:pt x="161798" y="224536"/>
                  </a:lnTo>
                  <a:close/>
                </a:path>
              </a:pathLst>
            </a:custGeom>
            <a:solidFill>
              <a:srgbClr val="0088C5">
                <a:alpha val="7450"/>
              </a:srgbClr>
            </a:solidFill>
            <a:ln>
              <a:noFill/>
            </a:ln>
          </p:spPr>
        </p:sp>
        <p:sp>
          <p:nvSpPr>
            <p:cNvPr id="126" name="Google Shape;126;p1"/>
            <p:cNvSpPr/>
            <p:nvPr/>
          </p:nvSpPr>
          <p:spPr>
            <a:xfrm>
              <a:off x="1181735" y="514985"/>
              <a:ext cx="159385" cy="321437"/>
            </a:xfrm>
            <a:custGeom>
              <a:avLst/>
              <a:gdLst/>
              <a:ahLst/>
              <a:cxnLst/>
              <a:rect l="l" t="t" r="r" b="b"/>
              <a:pathLst>
                <a:path w="159385" h="321437" extrusionOk="0">
                  <a:moveTo>
                    <a:pt x="155829" y="0"/>
                  </a:moveTo>
                  <a:lnTo>
                    <a:pt x="159385" y="259715"/>
                  </a:lnTo>
                  <a:lnTo>
                    <a:pt x="66040" y="321437"/>
                  </a:lnTo>
                  <a:lnTo>
                    <a:pt x="0" y="216154"/>
                  </a:lnTo>
                  <a:close/>
                </a:path>
              </a:pathLst>
            </a:custGeom>
            <a:solidFill>
              <a:srgbClr val="0088C5">
                <a:alpha val="7450"/>
              </a:srgbClr>
            </a:solidFill>
            <a:ln>
              <a:noFill/>
            </a:ln>
          </p:spPr>
        </p:sp>
        <p:sp>
          <p:nvSpPr>
            <p:cNvPr id="127" name="Google Shape;127;p1"/>
            <p:cNvSpPr/>
            <p:nvPr/>
          </p:nvSpPr>
          <p:spPr>
            <a:xfrm>
              <a:off x="1264793" y="63500"/>
              <a:ext cx="303276" cy="233553"/>
            </a:xfrm>
            <a:custGeom>
              <a:avLst/>
              <a:gdLst/>
              <a:ahLst/>
              <a:cxnLst/>
              <a:rect l="l" t="t" r="r" b="b"/>
              <a:pathLst>
                <a:path w="303276" h="233553" extrusionOk="0">
                  <a:moveTo>
                    <a:pt x="171450" y="0"/>
                  </a:moveTo>
                  <a:lnTo>
                    <a:pt x="303276" y="132969"/>
                  </a:lnTo>
                  <a:lnTo>
                    <a:pt x="201168" y="107188"/>
                  </a:lnTo>
                  <a:lnTo>
                    <a:pt x="118237" y="233553"/>
                  </a:lnTo>
                  <a:lnTo>
                    <a:pt x="108712" y="85090"/>
                  </a:lnTo>
                  <a:lnTo>
                    <a:pt x="0" y="52324"/>
                  </a:lnTo>
                  <a:close/>
                </a:path>
              </a:pathLst>
            </a:custGeom>
            <a:solidFill>
              <a:srgbClr val="676F74">
                <a:alpha val="7450"/>
              </a:srgbClr>
            </a:solidFill>
            <a:ln>
              <a:noFill/>
            </a:ln>
          </p:spPr>
        </p:sp>
        <p:sp>
          <p:nvSpPr>
            <p:cNvPr id="128" name="Google Shape;128;p1"/>
            <p:cNvSpPr/>
            <p:nvPr/>
          </p:nvSpPr>
          <p:spPr>
            <a:xfrm>
              <a:off x="1787525" y="315468"/>
              <a:ext cx="219075" cy="222504"/>
            </a:xfrm>
            <a:custGeom>
              <a:avLst/>
              <a:gdLst/>
              <a:ahLst/>
              <a:cxnLst/>
              <a:rect l="l" t="t" r="r" b="b"/>
              <a:pathLst>
                <a:path w="219075" h="222504" extrusionOk="0">
                  <a:moveTo>
                    <a:pt x="172847" y="43561"/>
                  </a:moveTo>
                  <a:lnTo>
                    <a:pt x="0" y="0"/>
                  </a:lnTo>
                  <a:lnTo>
                    <a:pt x="71247" y="74549"/>
                  </a:lnTo>
                  <a:lnTo>
                    <a:pt x="1397" y="212598"/>
                  </a:lnTo>
                  <a:lnTo>
                    <a:pt x="135890" y="143129"/>
                  </a:lnTo>
                  <a:lnTo>
                    <a:pt x="219075" y="222504"/>
                  </a:lnTo>
                  <a:close/>
                </a:path>
              </a:pathLst>
            </a:custGeom>
            <a:solidFill>
              <a:srgbClr val="676F74">
                <a:alpha val="7450"/>
              </a:srgbClr>
            </a:solidFill>
            <a:ln>
              <a:noFill/>
            </a:ln>
          </p:spPr>
        </p:sp>
        <p:sp>
          <p:nvSpPr>
            <p:cNvPr id="129" name="Google Shape;129;p1"/>
            <p:cNvSpPr/>
            <p:nvPr/>
          </p:nvSpPr>
          <p:spPr>
            <a:xfrm>
              <a:off x="2026793" y="735076"/>
              <a:ext cx="231013" cy="305435"/>
            </a:xfrm>
            <a:custGeom>
              <a:avLst/>
              <a:gdLst/>
              <a:ahLst/>
              <a:cxnLst/>
              <a:rect l="l" t="t" r="r" b="b"/>
              <a:pathLst>
                <a:path w="231013" h="305435" extrusionOk="0">
                  <a:moveTo>
                    <a:pt x="98552" y="0"/>
                  </a:moveTo>
                  <a:lnTo>
                    <a:pt x="126492" y="103632"/>
                  </a:lnTo>
                  <a:lnTo>
                    <a:pt x="0" y="195707"/>
                  </a:lnTo>
                  <a:lnTo>
                    <a:pt x="153289" y="197231"/>
                  </a:lnTo>
                  <a:lnTo>
                    <a:pt x="183769" y="305435"/>
                  </a:lnTo>
                  <a:lnTo>
                    <a:pt x="231013" y="129540"/>
                  </a:lnTo>
                  <a:close/>
                </a:path>
              </a:pathLst>
            </a:custGeom>
            <a:solidFill>
              <a:srgbClr val="676F74">
                <a:alpha val="7450"/>
              </a:srgbClr>
            </a:solidFill>
            <a:ln>
              <a:noFill/>
            </a:ln>
          </p:spPr>
        </p:sp>
        <p:sp>
          <p:nvSpPr>
            <p:cNvPr id="130" name="Google Shape;130;p1"/>
            <p:cNvSpPr/>
            <p:nvPr/>
          </p:nvSpPr>
          <p:spPr>
            <a:xfrm>
              <a:off x="63500" y="747395"/>
              <a:ext cx="224917" cy="292735"/>
            </a:xfrm>
            <a:custGeom>
              <a:avLst/>
              <a:gdLst/>
              <a:ahLst/>
              <a:cxnLst/>
              <a:rect l="l" t="t" r="r" b="b"/>
              <a:pathLst>
                <a:path w="224917" h="292735" extrusionOk="0">
                  <a:moveTo>
                    <a:pt x="224917" y="193040"/>
                  </a:moveTo>
                  <a:lnTo>
                    <a:pt x="81280" y="197485"/>
                  </a:lnTo>
                  <a:lnTo>
                    <a:pt x="41910" y="292735"/>
                  </a:lnTo>
                  <a:lnTo>
                    <a:pt x="0" y="121285"/>
                  </a:lnTo>
                  <a:lnTo>
                    <a:pt x="130810" y="0"/>
                  </a:lnTo>
                  <a:lnTo>
                    <a:pt x="102997" y="103251"/>
                  </a:lnTo>
                  <a:close/>
                </a:path>
              </a:pathLst>
            </a:custGeom>
            <a:solidFill>
              <a:srgbClr val="676F74">
                <a:alpha val="7450"/>
              </a:srgbClr>
            </a:solidFill>
            <a:ln>
              <a:noFill/>
            </a:ln>
          </p:spPr>
        </p:sp>
        <p:sp>
          <p:nvSpPr>
            <p:cNvPr id="131" name="Google Shape;131;p1"/>
            <p:cNvSpPr/>
            <p:nvPr/>
          </p:nvSpPr>
          <p:spPr>
            <a:xfrm>
              <a:off x="306451" y="327152"/>
              <a:ext cx="218567" cy="218694"/>
            </a:xfrm>
            <a:custGeom>
              <a:avLst/>
              <a:gdLst/>
              <a:ahLst/>
              <a:cxnLst/>
              <a:rect l="l" t="t" r="r" b="b"/>
              <a:pathLst>
                <a:path w="218567" h="218694" extrusionOk="0">
                  <a:moveTo>
                    <a:pt x="37846" y="47117"/>
                  </a:moveTo>
                  <a:lnTo>
                    <a:pt x="0" y="218694"/>
                  </a:lnTo>
                  <a:lnTo>
                    <a:pt x="73406" y="146939"/>
                  </a:lnTo>
                  <a:lnTo>
                    <a:pt x="218567" y="218694"/>
                  </a:lnTo>
                  <a:lnTo>
                    <a:pt x="141859" y="79629"/>
                  </a:lnTo>
                  <a:lnTo>
                    <a:pt x="214249" y="0"/>
                  </a:lnTo>
                  <a:close/>
                </a:path>
              </a:pathLst>
            </a:custGeom>
            <a:solidFill>
              <a:srgbClr val="676F74">
                <a:alpha val="7450"/>
              </a:srgbClr>
            </a:solidFill>
            <a:ln>
              <a:noFill/>
            </a:ln>
          </p:spPr>
        </p:sp>
        <p:sp>
          <p:nvSpPr>
            <p:cNvPr id="132" name="Google Shape;132;p1"/>
            <p:cNvSpPr/>
            <p:nvPr/>
          </p:nvSpPr>
          <p:spPr>
            <a:xfrm>
              <a:off x="726186" y="75184"/>
              <a:ext cx="297180" cy="231648"/>
            </a:xfrm>
            <a:custGeom>
              <a:avLst/>
              <a:gdLst/>
              <a:ahLst/>
              <a:cxnLst/>
              <a:rect l="l" t="t" r="r" b="b"/>
              <a:pathLst>
                <a:path w="297180" h="231648" extrusionOk="0">
                  <a:moveTo>
                    <a:pt x="129032" y="0"/>
                  </a:moveTo>
                  <a:lnTo>
                    <a:pt x="0" y="131699"/>
                  </a:lnTo>
                  <a:lnTo>
                    <a:pt x="101854" y="104140"/>
                  </a:lnTo>
                  <a:lnTo>
                    <a:pt x="195326" y="231648"/>
                  </a:lnTo>
                  <a:lnTo>
                    <a:pt x="202565" y="74676"/>
                  </a:lnTo>
                  <a:lnTo>
                    <a:pt x="297180" y="49276"/>
                  </a:lnTo>
                  <a:close/>
                </a:path>
              </a:pathLst>
            </a:custGeom>
            <a:solidFill>
              <a:srgbClr val="676F74">
                <a:alpha val="7450"/>
              </a:srgbClr>
            </a:solidFill>
            <a:ln>
              <a:noFill/>
            </a:ln>
          </p:spPr>
        </p:sp>
        <p:sp>
          <p:nvSpPr>
            <p:cNvPr id="133" name="Google Shape;133;p1"/>
            <p:cNvSpPr/>
            <p:nvPr/>
          </p:nvSpPr>
          <p:spPr>
            <a:xfrm>
              <a:off x="804418" y="791210"/>
              <a:ext cx="715391" cy="361823"/>
            </a:xfrm>
            <a:custGeom>
              <a:avLst/>
              <a:gdLst/>
              <a:ahLst/>
              <a:cxnLst/>
              <a:rect l="l" t="t" r="r" b="b"/>
              <a:pathLst>
                <a:path w="715391" h="361823" extrusionOk="0">
                  <a:moveTo>
                    <a:pt x="349631" y="0"/>
                  </a:moveTo>
                  <a:lnTo>
                    <a:pt x="281305" y="116586"/>
                  </a:lnTo>
                  <a:lnTo>
                    <a:pt x="156464" y="41402"/>
                  </a:lnTo>
                  <a:lnTo>
                    <a:pt x="149606" y="191897"/>
                  </a:lnTo>
                  <a:lnTo>
                    <a:pt x="33401" y="186563"/>
                  </a:lnTo>
                  <a:lnTo>
                    <a:pt x="81026" y="309372"/>
                  </a:lnTo>
                  <a:lnTo>
                    <a:pt x="0" y="361823"/>
                  </a:lnTo>
                  <a:lnTo>
                    <a:pt x="715391" y="361823"/>
                  </a:lnTo>
                  <a:lnTo>
                    <a:pt x="626491" y="304927"/>
                  </a:lnTo>
                  <a:lnTo>
                    <a:pt x="677545" y="183769"/>
                  </a:lnTo>
                  <a:lnTo>
                    <a:pt x="543306" y="177673"/>
                  </a:lnTo>
                  <a:lnTo>
                    <a:pt x="533654" y="49403"/>
                  </a:lnTo>
                  <a:lnTo>
                    <a:pt x="428244" y="114681"/>
                  </a:lnTo>
                  <a:lnTo>
                    <a:pt x="349631" y="127"/>
                  </a:lnTo>
                  <a:close/>
                </a:path>
              </a:pathLst>
            </a:custGeom>
            <a:solidFill>
              <a:srgbClr val="FFFFFF">
                <a:alpha val="7450"/>
              </a:srgbClr>
            </a:solidFill>
            <a:ln>
              <a:noFill/>
            </a:ln>
          </p:spPr>
        </p:sp>
      </p:grpSp>
      <p:sp>
        <p:nvSpPr>
          <p:cNvPr id="134" name="Google Shape;134;p1"/>
          <p:cNvSpPr/>
          <p:nvPr/>
        </p:nvSpPr>
        <p:spPr>
          <a:xfrm>
            <a:off x="7807528" y="16764000"/>
            <a:ext cx="2138724" cy="1038882"/>
          </a:xfrm>
          <a:custGeom>
            <a:avLst/>
            <a:gdLst/>
            <a:ahLst/>
            <a:cxnLst/>
            <a:rect l="l" t="t" r="r" b="b"/>
            <a:pathLst>
              <a:path w="2138724" h="1038882" extrusionOk="0">
                <a:moveTo>
                  <a:pt x="0" y="0"/>
                </a:moveTo>
                <a:lnTo>
                  <a:pt x="2138725" y="0"/>
                </a:lnTo>
                <a:lnTo>
                  <a:pt x="2138725" y="1038882"/>
                </a:lnTo>
                <a:lnTo>
                  <a:pt x="0" y="1038882"/>
                </a:lnTo>
                <a:lnTo>
                  <a:pt x="0" y="0"/>
                </a:lnTo>
                <a:close/>
              </a:path>
            </a:pathLst>
          </a:custGeom>
          <a:blipFill rotWithShape="1">
            <a:blip r:embed="rId4">
              <a:alphaModFix/>
            </a:blip>
            <a:stretch>
              <a:fillRect/>
            </a:stretch>
          </a:blipFill>
          <a:ln>
            <a:noFill/>
          </a:ln>
        </p:spPr>
      </p:sp>
      <p:sp>
        <p:nvSpPr>
          <p:cNvPr id="135" name="Google Shape;135;p1"/>
          <p:cNvSpPr txBox="1"/>
          <p:nvPr/>
        </p:nvSpPr>
        <p:spPr>
          <a:xfrm>
            <a:off x="4043571" y="11540987"/>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6" name="Google Shape;136;p1"/>
          <p:cNvSpPr txBox="1"/>
          <p:nvPr/>
        </p:nvSpPr>
        <p:spPr>
          <a:xfrm>
            <a:off x="1119008" y="3843662"/>
            <a:ext cx="9068100" cy="13037400"/>
          </a:xfrm>
          <a:prstGeom prst="rect">
            <a:avLst/>
          </a:prstGeom>
          <a:noFill/>
          <a:ln>
            <a:noFill/>
          </a:ln>
        </p:spPr>
        <p:txBody>
          <a:bodyPr spcFirstLastPara="1" wrap="square" lIns="91425" tIns="45700" rIns="91425" bIns="45700" anchor="t" anchorCtr="0">
            <a:spAutoFit/>
          </a:bodyPr>
          <a:lstStyle/>
          <a:p>
            <a:pPr marL="0" marR="0" lvl="0" indent="0" algn="just" rtl="1">
              <a:lnSpc>
                <a:spcPct val="150000"/>
              </a:lnSpc>
              <a:spcBef>
                <a:spcPts val="0"/>
              </a:spcBef>
              <a:spcAft>
                <a:spcPts val="0"/>
              </a:spcAft>
              <a:buNone/>
            </a:pPr>
            <a:r>
              <a:rPr lang="ar-SA" sz="2000" b="1" u="sng">
                <a:solidFill>
                  <a:schemeClr val="dk1"/>
                </a:solidFill>
                <a:latin typeface="Calibri"/>
                <a:ea typeface="Calibri"/>
                <a:cs typeface="Calibri"/>
                <a:sym typeface="Calibri"/>
              </a:rPr>
              <a:t>نشأة الجمعية</a:t>
            </a:r>
            <a:r>
              <a:rPr lang="ar-SA" sz="2000" b="1">
                <a:solidFill>
                  <a:schemeClr val="dk1"/>
                </a:solidFill>
                <a:latin typeface="Calibri"/>
                <a:ea typeface="Calibri"/>
                <a:cs typeface="Calibri"/>
                <a:sym typeface="Calibri"/>
              </a:rPr>
              <a:t>: </a:t>
            </a:r>
            <a:endParaRPr/>
          </a:p>
          <a:p>
            <a:pPr marL="0" marR="0" lvl="0" indent="0" algn="just" rtl="1">
              <a:lnSpc>
                <a:spcPct val="150000"/>
              </a:lnSpc>
              <a:spcBef>
                <a:spcPts val="0"/>
              </a:spcBef>
              <a:spcAft>
                <a:spcPts val="0"/>
              </a:spcAft>
              <a:buNone/>
            </a:pPr>
            <a:r>
              <a:rPr lang="ar-SA" sz="1600">
                <a:solidFill>
                  <a:schemeClr val="dk1"/>
                </a:solidFill>
                <a:latin typeface="Calibri"/>
                <a:ea typeface="Calibri"/>
                <a:cs typeface="Calibri"/>
                <a:sym typeface="Calibri"/>
              </a:rPr>
              <a:t>تأسست جمعية بذور الأمل سنة 2011 ، وهي جمعية غير ربحية، كرست جهودها لإنشاء مشاريع اجتماعية وثقافية تهدف إلى تحسين حياة أفراد المجتمع وتنوير عقولهم خصوصا  بالنسبة للفئة التي تعيش ظروفا هشة، مع التركيز خاصة على النساء والأطفال</a:t>
            </a:r>
            <a:r>
              <a:rPr lang="ar-SA" sz="1600" b="1">
                <a:solidFill>
                  <a:schemeClr val="dk1"/>
                </a:solidFill>
                <a:latin typeface="Calibri"/>
                <a:ea typeface="Calibri"/>
                <a:cs typeface="Calibri"/>
                <a:sym typeface="Calibri"/>
              </a:rPr>
              <a:t>.</a:t>
            </a:r>
            <a:endParaRPr sz="1600" b="1">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endParaRPr sz="1600" b="1">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r>
              <a:rPr lang="ar-SA" sz="2000" b="1" u="sng">
                <a:solidFill>
                  <a:schemeClr val="dk1"/>
                </a:solidFill>
                <a:latin typeface="Calibri"/>
                <a:ea typeface="Calibri"/>
                <a:cs typeface="Calibri"/>
                <a:sym typeface="Calibri"/>
              </a:rPr>
              <a:t>أنشطة الجمعية</a:t>
            </a:r>
            <a:r>
              <a:rPr lang="ar-SA" sz="2000" b="1">
                <a:solidFill>
                  <a:schemeClr val="dk1"/>
                </a:solidFill>
                <a:latin typeface="Calibri"/>
                <a:ea typeface="Calibri"/>
                <a:cs typeface="Calibri"/>
                <a:sym typeface="Calibri"/>
              </a:rPr>
              <a:t>:</a:t>
            </a:r>
            <a:endParaRPr/>
          </a:p>
          <a:p>
            <a:pPr marL="0" marR="0" lvl="0" indent="0" algn="just" rtl="1">
              <a:lnSpc>
                <a:spcPct val="150000"/>
              </a:lnSpc>
              <a:spcBef>
                <a:spcPts val="0"/>
              </a:spcBef>
              <a:spcAft>
                <a:spcPts val="0"/>
              </a:spcAft>
              <a:buNone/>
            </a:pPr>
            <a:r>
              <a:rPr lang="ar-SA" sz="1600">
                <a:solidFill>
                  <a:schemeClr val="dk1"/>
                </a:solidFill>
                <a:latin typeface="Calibri"/>
                <a:ea typeface="Calibri"/>
                <a:cs typeface="Calibri"/>
                <a:sym typeface="Calibri"/>
              </a:rPr>
              <a:t>أنشطتها متعددة تنوعت بين ما هو اجتماعي وثقافي. وتسعى دائما إلى تحقيق الأهداف التي تأسست من أجلها.</a:t>
            </a:r>
            <a:endParaRPr sz="160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endParaRPr sz="160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r>
              <a:rPr lang="ar-SA" sz="2000" b="1" u="sng">
                <a:solidFill>
                  <a:schemeClr val="dk1"/>
                </a:solidFill>
                <a:latin typeface="Calibri"/>
                <a:ea typeface="Calibri"/>
                <a:cs typeface="Calibri"/>
                <a:sym typeface="Calibri"/>
              </a:rPr>
              <a:t>الأنشطة الثقافية</a:t>
            </a:r>
            <a:r>
              <a:rPr lang="ar-SA" sz="2000" b="1">
                <a:solidFill>
                  <a:schemeClr val="dk1"/>
                </a:solidFill>
                <a:latin typeface="Calibri"/>
                <a:ea typeface="Calibri"/>
                <a:cs typeface="Calibri"/>
                <a:sym typeface="Calibri"/>
              </a:rPr>
              <a:t>:</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محاربة الأمية</a:t>
            </a:r>
            <a:r>
              <a:rPr lang="ar-SA" sz="1600">
                <a:solidFill>
                  <a:schemeClr val="dk1"/>
                </a:solidFill>
                <a:latin typeface="Calibri"/>
                <a:ea typeface="Calibri"/>
                <a:cs typeface="Calibri"/>
                <a:sym typeface="Calibri"/>
              </a:rPr>
              <a:t>: تقدم دروسا أشبه بالتربية النظامية من الإبتدائي والإعدادي ونطمح قريبا إلى منح فرصة أمل للنساء الراغبات في اجتياز الباكالوريا من مستفيدات الجمعية .</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تنظيم أسابيع ثقافية </a:t>
            </a:r>
            <a:r>
              <a:rPr lang="ar-SA" sz="1600">
                <a:solidFill>
                  <a:schemeClr val="dk1"/>
                </a:solidFill>
                <a:latin typeface="Calibri"/>
                <a:ea typeface="Calibri"/>
                <a:cs typeface="Calibri"/>
                <a:sym typeface="Calibri"/>
              </a:rPr>
              <a:t>تشارك فيها جميع اللجان ويتم فيها تتويج الناجحات في الأقسام الإشهادية (المتفوقات والمتفوقين) من كل اللجن.</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تم إنشاء خلية القراءة </a:t>
            </a:r>
            <a:r>
              <a:rPr lang="ar-SA" sz="1600">
                <a:solidFill>
                  <a:schemeClr val="dk1"/>
                </a:solidFill>
                <a:latin typeface="Calibri"/>
                <a:ea typeface="Calibri"/>
                <a:cs typeface="Calibri"/>
                <a:sym typeface="Calibri"/>
              </a:rPr>
              <a:t>منذ سنة 2016 من خلال قراءة ومناقشة كتب لها علاقة باهتمامات المستفيدات، ويتواجد في الجمعية فضاء خاص بهذه الخلية. </a:t>
            </a:r>
            <a:endParaRPr/>
          </a:p>
          <a:p>
            <a:pPr marL="0" marR="0" lvl="0" indent="0" algn="just" rtl="1">
              <a:lnSpc>
                <a:spcPct val="150000"/>
              </a:lnSpc>
              <a:spcBef>
                <a:spcPts val="0"/>
              </a:spcBef>
              <a:spcAft>
                <a:spcPts val="0"/>
              </a:spcAft>
              <a:buNone/>
            </a:pPr>
            <a:r>
              <a:rPr lang="ar-SA" sz="1600">
                <a:solidFill>
                  <a:schemeClr val="dk1"/>
                </a:solidFill>
                <a:latin typeface="Calibri"/>
                <a:ea typeface="Calibri"/>
                <a:cs typeface="Calibri"/>
                <a:sym typeface="Calibri"/>
              </a:rPr>
              <a:t>كل هذه الأنشطة تساهم في تنمية قدرات ومهارات المستفيدات.</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الجانب الروحي</a:t>
            </a:r>
            <a:r>
              <a:rPr lang="ar-SA" sz="1600">
                <a:solidFill>
                  <a:schemeClr val="dk1"/>
                </a:solidFill>
                <a:latin typeface="Calibri"/>
                <a:ea typeface="Calibri"/>
                <a:cs typeface="Calibri"/>
                <a:sym typeface="Calibri"/>
              </a:rPr>
              <a:t>: تلقن دروسا في تعلم قواعد التجويد، وقراءة القرآن الكريم وحفظه بالنسبة لجميع اللجان.</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دروس في العقيدة وتفسير القرآن الكريم</a:t>
            </a:r>
            <a:r>
              <a:rPr lang="ar-SA" sz="1600" b="1">
                <a:solidFill>
                  <a:schemeClr val="dk1"/>
                </a:solidFill>
                <a:latin typeface="Calibri"/>
                <a:ea typeface="Calibri"/>
                <a:cs typeface="Calibri"/>
                <a:sym typeface="Calibri"/>
              </a:rPr>
              <a:t>.</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تنظيم رحلة سنوية إلى الديار المقدسة لأداء العمرة </a:t>
            </a:r>
            <a:r>
              <a:rPr lang="ar-SA" sz="1600">
                <a:solidFill>
                  <a:schemeClr val="dk1"/>
                </a:solidFill>
                <a:latin typeface="Calibri"/>
                <a:ea typeface="Calibri"/>
                <a:cs typeface="Calibri"/>
                <a:sym typeface="Calibri"/>
              </a:rPr>
              <a:t>منذ 2017 تشارك فيها مؤطرات ومستفيدات الجمعية.</a:t>
            </a:r>
            <a:endParaRPr sz="160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دروس علمية في تخصصات أخرى</a:t>
            </a:r>
            <a:r>
              <a:rPr lang="ar-SA" sz="1800">
                <a:solidFill>
                  <a:schemeClr val="dk1"/>
                </a:solidFill>
                <a:latin typeface="Calibri"/>
                <a:ea typeface="Calibri"/>
                <a:cs typeface="Calibri"/>
                <a:sym typeface="Calibri"/>
              </a:rPr>
              <a:t>.</a:t>
            </a:r>
            <a:endParaRPr/>
          </a:p>
          <a:p>
            <a:pPr marL="0" marR="0" lvl="0" indent="0" algn="just" rtl="1">
              <a:lnSpc>
                <a:spcPct val="150000"/>
              </a:lnSpc>
              <a:spcBef>
                <a:spcPts val="0"/>
              </a:spcBef>
              <a:spcAft>
                <a:spcPts val="0"/>
              </a:spcAft>
              <a:buNone/>
            </a:pPr>
            <a:r>
              <a:rPr lang="ar-SA" sz="1600">
                <a:solidFill>
                  <a:schemeClr val="dk1"/>
                </a:solidFill>
                <a:latin typeface="Calibri"/>
                <a:ea typeface="Calibri"/>
                <a:cs typeface="Calibri"/>
                <a:sym typeface="Calibri"/>
              </a:rPr>
              <a:t>- </a:t>
            </a:r>
            <a:r>
              <a:rPr lang="ar-SA" sz="1800" b="1">
                <a:solidFill>
                  <a:schemeClr val="dk1"/>
                </a:solidFill>
                <a:latin typeface="Calibri"/>
                <a:ea typeface="Calibri"/>
                <a:cs typeface="Calibri"/>
                <a:sym typeface="Calibri"/>
              </a:rPr>
              <a:t>حصص في الإنجليزية </a:t>
            </a:r>
            <a:r>
              <a:rPr lang="ar-SA" sz="1600">
                <a:solidFill>
                  <a:schemeClr val="dk1"/>
                </a:solidFill>
                <a:latin typeface="Calibri"/>
                <a:ea typeface="Calibri"/>
                <a:cs typeface="Calibri"/>
                <a:sym typeface="Calibri"/>
              </a:rPr>
              <a:t>للمستفيدات والمؤطرات.</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-الإعلاميات </a:t>
            </a:r>
            <a:r>
              <a:rPr lang="ar-SA" sz="1600">
                <a:solidFill>
                  <a:schemeClr val="dk1"/>
                </a:solidFill>
                <a:latin typeface="Calibri"/>
                <a:ea typeface="Calibri"/>
                <a:cs typeface="Calibri"/>
                <a:sym typeface="Calibri"/>
              </a:rPr>
              <a:t>بالنسبة للمؤطرات.</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-دورات تدريبية في التنمية الذاتية  </a:t>
            </a:r>
            <a:r>
              <a:rPr lang="ar-SA" sz="1600">
                <a:solidFill>
                  <a:schemeClr val="dk1"/>
                </a:solidFill>
                <a:latin typeface="Calibri"/>
                <a:ea typeface="Calibri"/>
                <a:cs typeface="Calibri"/>
                <a:sym typeface="Calibri"/>
              </a:rPr>
              <a:t>بالنسبة للمؤطرات والمستفيدات خاصة اليافعات.</a:t>
            </a:r>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 حصص في الكوتشين  </a:t>
            </a:r>
            <a:r>
              <a:rPr lang="ar-SA" sz="1600">
                <a:solidFill>
                  <a:schemeClr val="dk1"/>
                </a:solidFill>
                <a:latin typeface="Calibri"/>
                <a:ea typeface="Calibri"/>
                <a:cs typeface="Calibri"/>
                <a:sym typeface="Calibri"/>
              </a:rPr>
              <a:t>لجميع اللجان.</a:t>
            </a:r>
            <a:endParaRPr/>
          </a:p>
          <a:p>
            <a:pPr marL="0" marR="0" lvl="0" indent="0" algn="just" rtl="1">
              <a:lnSpc>
                <a:spcPct val="150000"/>
              </a:lnSpc>
              <a:spcBef>
                <a:spcPts val="0"/>
              </a:spcBef>
              <a:spcAft>
                <a:spcPts val="0"/>
              </a:spcAft>
              <a:buNone/>
            </a:pPr>
            <a:r>
              <a:rPr lang="ar-SA" sz="1600">
                <a:solidFill>
                  <a:schemeClr val="dk1"/>
                </a:solidFill>
                <a:latin typeface="Calibri"/>
                <a:ea typeface="Calibri"/>
                <a:cs typeface="Calibri"/>
                <a:sym typeface="Calibri"/>
              </a:rPr>
              <a:t>كل هذه الأنشطة تساهم في بناء الثقة بالنفس والمهارات الشخصية لدى المستفيدات.</a:t>
            </a:r>
            <a:endParaRPr/>
          </a:p>
          <a:p>
            <a:pPr marL="0" marR="0" lvl="0" indent="0" algn="just" rtl="1">
              <a:lnSpc>
                <a:spcPct val="150000"/>
              </a:lnSpc>
              <a:spcBef>
                <a:spcPts val="0"/>
              </a:spcBef>
              <a:spcAft>
                <a:spcPts val="0"/>
              </a:spcAft>
              <a:buNone/>
            </a:pPr>
            <a:endParaRPr sz="320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عدد المستفيدين من هذه الأنشطة:</a:t>
            </a:r>
            <a:endParaRPr/>
          </a:p>
          <a:p>
            <a:pPr marL="0" marR="0" lvl="0" indent="0" algn="just" rtl="1">
              <a:lnSpc>
                <a:spcPct val="150000"/>
              </a:lnSpc>
              <a:spcBef>
                <a:spcPts val="0"/>
              </a:spcBef>
              <a:spcAft>
                <a:spcPts val="0"/>
              </a:spcAft>
              <a:buNone/>
            </a:pPr>
            <a:r>
              <a:rPr lang="ar-SA" sz="1600">
                <a:solidFill>
                  <a:schemeClr val="dk1"/>
                </a:solidFill>
                <a:latin typeface="Calibri"/>
                <a:ea typeface="Calibri"/>
                <a:cs typeface="Calibri"/>
                <a:sym typeface="Calibri"/>
              </a:rPr>
              <a:t>400 امرأة / 143 فتاة مراهقة / 340 طفل من مرحلة الروض إلى السنوات الأولى من مرحلة الابتدائي.</a:t>
            </a:r>
            <a:endParaRPr/>
          </a:p>
          <a:p>
            <a:pPr marL="0" marR="0" lvl="0" indent="0" algn="just" rtl="1">
              <a:lnSpc>
                <a:spcPct val="150000"/>
              </a:lnSpc>
              <a:spcBef>
                <a:spcPts val="0"/>
              </a:spcBef>
              <a:spcAft>
                <a:spcPts val="0"/>
              </a:spcAft>
              <a:buNone/>
            </a:pPr>
            <a:endParaRPr sz="160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r>
              <a:rPr lang="ar-SA" sz="1800" b="1">
                <a:solidFill>
                  <a:schemeClr val="dk1"/>
                </a:solidFill>
                <a:latin typeface="Calibri"/>
                <a:ea typeface="Calibri"/>
                <a:cs typeface="Calibri"/>
                <a:sym typeface="Calibri"/>
              </a:rPr>
              <a:t>مقر استقبال المستفيدين</a:t>
            </a:r>
            <a:r>
              <a:rPr lang="ar-SA" sz="1600">
                <a:solidFill>
                  <a:schemeClr val="dk1"/>
                </a:solidFill>
                <a:latin typeface="Calibri"/>
                <a:ea typeface="Calibri"/>
                <a:cs typeface="Calibri"/>
                <a:sym typeface="Calibri"/>
              </a:rPr>
              <a:t>:</a:t>
            </a:r>
            <a:endParaRPr/>
          </a:p>
          <a:p>
            <a:pPr marL="0" marR="0" lvl="0" indent="0" algn="just" rtl="1">
              <a:lnSpc>
                <a:spcPct val="150000"/>
              </a:lnSpc>
              <a:spcBef>
                <a:spcPts val="0"/>
              </a:spcBef>
              <a:spcAft>
                <a:spcPts val="0"/>
              </a:spcAft>
              <a:buNone/>
            </a:pPr>
            <a:r>
              <a:rPr lang="ar-SA" sz="1600">
                <a:solidFill>
                  <a:schemeClr val="dk1"/>
                </a:solidFill>
                <a:latin typeface="Calibri"/>
                <a:ea typeface="Calibri"/>
                <a:cs typeface="Calibri"/>
                <a:sym typeface="Calibri"/>
              </a:rPr>
              <a:t>يتم استقبال المستفيدين في مقرين متواجدين  بمراكش: الأول بحي أمرشيش والثاني بحي تاركة.</a:t>
            </a:r>
            <a:endParaRPr/>
          </a:p>
          <a:p>
            <a:pPr marL="0" marR="0" lvl="0" indent="0" algn="just" rtl="1">
              <a:lnSpc>
                <a:spcPct val="150000"/>
              </a:lnSpc>
              <a:spcBef>
                <a:spcPts val="0"/>
              </a:spcBef>
              <a:spcAft>
                <a:spcPts val="0"/>
              </a:spcAft>
              <a:buNone/>
            </a:pPr>
            <a:r>
              <a:rPr lang="ar-SA" sz="1600">
                <a:solidFill>
                  <a:schemeClr val="dk1"/>
                </a:solidFill>
                <a:latin typeface="Calibri"/>
                <a:ea typeface="Calibri"/>
                <a:cs typeface="Calibri"/>
                <a:sym typeface="Calibri"/>
              </a:rPr>
              <a:t>ونهيئ لمركز ثالث في جهة تاركة لاستقبال الراغبين في الاستفادة من خدمات الجمعية.</a:t>
            </a:r>
            <a:endParaRPr/>
          </a:p>
          <a:p>
            <a:pPr marL="0" marR="0" lvl="0" indent="0" algn="just" rtl="1">
              <a:lnSpc>
                <a:spcPct val="150000"/>
              </a:lnSpc>
              <a:spcBef>
                <a:spcPts val="0"/>
              </a:spcBef>
              <a:spcAft>
                <a:spcPts val="0"/>
              </a:spcAft>
              <a:buNone/>
            </a:pPr>
            <a:endParaRPr sz="1600">
              <a:solidFill>
                <a:schemeClr val="dk1"/>
              </a:solidFill>
              <a:latin typeface="Calibri"/>
              <a:ea typeface="Calibri"/>
              <a:cs typeface="Calibri"/>
              <a:sym typeface="Calibri"/>
            </a:endParaRPr>
          </a:p>
        </p:txBody>
      </p:sp>
      <p:sp>
        <p:nvSpPr>
          <p:cNvPr id="137" name="Google Shape;137;p1"/>
          <p:cNvSpPr txBox="1">
            <a:spLocks noGrp="1"/>
          </p:cNvSpPr>
          <p:nvPr>
            <p:ph type="ctrTitle"/>
          </p:nvPr>
        </p:nvSpPr>
        <p:spPr>
          <a:xfrm>
            <a:off x="1989162" y="2596092"/>
            <a:ext cx="3608596" cy="41207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2000"/>
              <a:buFont typeface="Calibri"/>
              <a:buNone/>
            </a:pPr>
            <a:r>
              <a:rPr lang="ar-SA" sz="2000" b="1"/>
              <a:t>ورقة تعريفية لجمعية بذور للمرأة والطفل</a:t>
            </a:r>
            <a:endParaRPr sz="2000" b="1"/>
          </a:p>
        </p:txBody>
      </p:sp>
      <p:sp>
        <p:nvSpPr>
          <p:cNvPr id="138" name="Google Shape;138;p1"/>
          <p:cNvSpPr txBox="1"/>
          <p:nvPr/>
        </p:nvSpPr>
        <p:spPr>
          <a:xfrm>
            <a:off x="-7356650" y="6838575"/>
            <a:ext cx="1041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grpSp>
        <p:nvGrpSpPr>
          <p:cNvPr id="143" name="Google Shape;143;p2"/>
          <p:cNvGrpSpPr/>
          <p:nvPr/>
        </p:nvGrpSpPr>
        <p:grpSpPr>
          <a:xfrm>
            <a:off x="6646094" y="63500"/>
            <a:ext cx="3654806" cy="3265809"/>
            <a:chOff x="63500" y="63500"/>
            <a:chExt cx="3654806" cy="3265805"/>
          </a:xfrm>
        </p:grpSpPr>
        <p:sp>
          <p:nvSpPr>
            <p:cNvPr id="144" name="Google Shape;144;p2"/>
            <p:cNvSpPr/>
            <p:nvPr/>
          </p:nvSpPr>
          <p:spPr>
            <a:xfrm>
              <a:off x="3665601" y="1409192"/>
              <a:ext cx="52578" cy="89789"/>
            </a:xfrm>
            <a:custGeom>
              <a:avLst/>
              <a:gdLst/>
              <a:ahLst/>
              <a:cxnLst/>
              <a:rect l="l" t="t" r="r" b="b"/>
              <a:pathLst>
                <a:path w="52578" h="89789" extrusionOk="0">
                  <a:moveTo>
                    <a:pt x="0" y="0"/>
                  </a:moveTo>
                  <a:lnTo>
                    <a:pt x="52578" y="89789"/>
                  </a:lnTo>
                  <a:lnTo>
                    <a:pt x="52578" y="0"/>
                  </a:lnTo>
                  <a:close/>
                </a:path>
              </a:pathLst>
            </a:custGeom>
            <a:solidFill>
              <a:srgbClr val="E9EAED">
                <a:alpha val="7450"/>
              </a:srgbClr>
            </a:solidFill>
            <a:ln>
              <a:noFill/>
            </a:ln>
          </p:spPr>
        </p:sp>
        <p:sp>
          <p:nvSpPr>
            <p:cNvPr id="145" name="Google Shape;145;p2"/>
            <p:cNvSpPr/>
            <p:nvPr/>
          </p:nvSpPr>
          <p:spPr>
            <a:xfrm>
              <a:off x="3586607" y="1333119"/>
              <a:ext cx="131699" cy="224790"/>
            </a:xfrm>
            <a:custGeom>
              <a:avLst/>
              <a:gdLst/>
              <a:ahLst/>
              <a:cxnLst/>
              <a:rect l="l" t="t" r="r" b="b"/>
              <a:pathLst>
                <a:path w="131699" h="224790" extrusionOk="0">
                  <a:moveTo>
                    <a:pt x="0" y="0"/>
                  </a:moveTo>
                  <a:lnTo>
                    <a:pt x="131699" y="224790"/>
                  </a:lnTo>
                  <a:lnTo>
                    <a:pt x="131699" y="0"/>
                  </a:lnTo>
                  <a:close/>
                </a:path>
              </a:pathLst>
            </a:custGeom>
            <a:solidFill>
              <a:srgbClr val="37A0B4">
                <a:alpha val="7450"/>
              </a:srgbClr>
            </a:solidFill>
            <a:ln>
              <a:noFill/>
            </a:ln>
          </p:spPr>
        </p:sp>
        <p:sp>
          <p:nvSpPr>
            <p:cNvPr id="146" name="Google Shape;146;p2"/>
            <p:cNvSpPr/>
            <p:nvPr/>
          </p:nvSpPr>
          <p:spPr>
            <a:xfrm>
              <a:off x="3171063" y="1718183"/>
              <a:ext cx="547243" cy="1052322"/>
            </a:xfrm>
            <a:custGeom>
              <a:avLst/>
              <a:gdLst/>
              <a:ahLst/>
              <a:cxnLst/>
              <a:rect l="l" t="t" r="r" b="b"/>
              <a:pathLst>
                <a:path w="547243" h="1052322" extrusionOk="0">
                  <a:moveTo>
                    <a:pt x="0" y="0"/>
                  </a:moveTo>
                  <a:lnTo>
                    <a:pt x="0" y="599186"/>
                  </a:lnTo>
                  <a:lnTo>
                    <a:pt x="291084" y="1052322"/>
                  </a:lnTo>
                  <a:lnTo>
                    <a:pt x="547243" y="989711"/>
                  </a:lnTo>
                  <a:lnTo>
                    <a:pt x="547243" y="301498"/>
                  </a:lnTo>
                  <a:lnTo>
                    <a:pt x="0" y="0"/>
                  </a:lnTo>
                  <a:close/>
                </a:path>
              </a:pathLst>
            </a:custGeom>
            <a:solidFill>
              <a:srgbClr val="9AABC2">
                <a:alpha val="7450"/>
              </a:srgbClr>
            </a:solidFill>
            <a:ln>
              <a:noFill/>
            </a:ln>
          </p:spPr>
        </p:sp>
        <p:sp>
          <p:nvSpPr>
            <p:cNvPr id="147" name="Google Shape;147;p2"/>
            <p:cNvSpPr/>
            <p:nvPr/>
          </p:nvSpPr>
          <p:spPr>
            <a:xfrm>
              <a:off x="2985643" y="2664460"/>
              <a:ext cx="543306" cy="629158"/>
            </a:xfrm>
            <a:custGeom>
              <a:avLst/>
              <a:gdLst/>
              <a:ahLst/>
              <a:cxnLst/>
              <a:rect l="l" t="t" r="r" b="b"/>
              <a:pathLst>
                <a:path w="543306" h="629158" extrusionOk="0">
                  <a:moveTo>
                    <a:pt x="185420" y="287020"/>
                  </a:moveTo>
                  <a:cubicBezTo>
                    <a:pt x="185420" y="327533"/>
                    <a:pt x="157607" y="363220"/>
                    <a:pt x="117094" y="374523"/>
                  </a:cubicBezTo>
                  <a:lnTo>
                    <a:pt x="0" y="407289"/>
                  </a:lnTo>
                  <a:lnTo>
                    <a:pt x="122682" y="442468"/>
                  </a:lnTo>
                  <a:cubicBezTo>
                    <a:pt x="162814" y="454025"/>
                    <a:pt x="190373" y="489458"/>
                    <a:pt x="190373" y="529844"/>
                  </a:cubicBezTo>
                  <a:lnTo>
                    <a:pt x="190373" y="629158"/>
                  </a:lnTo>
                  <a:lnTo>
                    <a:pt x="299466" y="530225"/>
                  </a:lnTo>
                  <a:cubicBezTo>
                    <a:pt x="323215" y="508762"/>
                    <a:pt x="356616" y="500380"/>
                    <a:pt x="388112" y="508254"/>
                  </a:cubicBezTo>
                  <a:lnTo>
                    <a:pt x="504825" y="537083"/>
                  </a:lnTo>
                  <a:lnTo>
                    <a:pt x="457962" y="454533"/>
                  </a:lnTo>
                  <a:cubicBezTo>
                    <a:pt x="438150" y="419481"/>
                    <a:pt x="444246" y="376174"/>
                    <a:pt x="473075" y="347472"/>
                  </a:cubicBezTo>
                  <a:lnTo>
                    <a:pt x="543306" y="277876"/>
                  </a:lnTo>
                  <a:lnTo>
                    <a:pt x="455676" y="299339"/>
                  </a:lnTo>
                  <a:cubicBezTo>
                    <a:pt x="447930" y="301244"/>
                    <a:pt x="440055" y="302133"/>
                    <a:pt x="432308" y="302133"/>
                  </a:cubicBezTo>
                  <a:cubicBezTo>
                    <a:pt x="400050" y="302133"/>
                    <a:pt x="369189" y="286131"/>
                    <a:pt x="351663" y="258826"/>
                  </a:cubicBezTo>
                  <a:lnTo>
                    <a:pt x="185420" y="0"/>
                  </a:lnTo>
                  <a:close/>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3171063" y="1333119"/>
              <a:ext cx="443484" cy="419227"/>
            </a:xfrm>
            <a:custGeom>
              <a:avLst/>
              <a:gdLst/>
              <a:ahLst/>
              <a:cxnLst/>
              <a:rect l="l" t="t" r="r" b="b"/>
              <a:pathLst>
                <a:path w="443484" h="419227" extrusionOk="0">
                  <a:moveTo>
                    <a:pt x="0" y="0"/>
                  </a:moveTo>
                  <a:lnTo>
                    <a:pt x="0" y="174879"/>
                  </a:lnTo>
                  <a:lnTo>
                    <a:pt x="443484" y="419227"/>
                  </a:lnTo>
                  <a:lnTo>
                    <a:pt x="197866" y="0"/>
                  </a:lnTo>
                  <a:close/>
                </a:path>
              </a:pathLst>
            </a:custGeom>
            <a:solidFill>
              <a:srgbClr val="0088C5">
                <a:alpha val="7450"/>
              </a:srgbClr>
            </a:solidFill>
            <a:ln>
              <a:noFill/>
            </a:ln>
          </p:spPr>
        </p:sp>
        <p:sp>
          <p:nvSpPr>
            <p:cNvPr id="149" name="Google Shape;149;p2"/>
            <p:cNvSpPr/>
            <p:nvPr/>
          </p:nvSpPr>
          <p:spPr>
            <a:xfrm>
              <a:off x="2813939" y="1477391"/>
              <a:ext cx="266319" cy="587756"/>
            </a:xfrm>
            <a:custGeom>
              <a:avLst/>
              <a:gdLst/>
              <a:ahLst/>
              <a:cxnLst/>
              <a:rect l="l" t="t" r="r" b="b"/>
              <a:pathLst>
                <a:path w="266319" h="587756" extrusionOk="0">
                  <a:moveTo>
                    <a:pt x="104140" y="0"/>
                  </a:moveTo>
                  <a:lnTo>
                    <a:pt x="0" y="143383"/>
                  </a:lnTo>
                  <a:lnTo>
                    <a:pt x="218059" y="587756"/>
                  </a:lnTo>
                  <a:lnTo>
                    <a:pt x="266319" y="108966"/>
                  </a:lnTo>
                  <a:close/>
                </a:path>
              </a:pathLst>
            </a:custGeom>
            <a:solidFill>
              <a:srgbClr val="0088C5">
                <a:alpha val="7450"/>
              </a:srgbClr>
            </a:solidFill>
            <a:ln>
              <a:noFill/>
            </a:ln>
          </p:spPr>
        </p:sp>
        <p:sp>
          <p:nvSpPr>
            <p:cNvPr id="150" name="Google Shape;150;p2"/>
            <p:cNvSpPr/>
            <p:nvPr/>
          </p:nvSpPr>
          <p:spPr>
            <a:xfrm>
              <a:off x="3408172" y="947166"/>
              <a:ext cx="310134" cy="203708"/>
            </a:xfrm>
            <a:custGeom>
              <a:avLst/>
              <a:gdLst/>
              <a:ahLst/>
              <a:cxnLst/>
              <a:rect l="l" t="t" r="r" b="b"/>
              <a:pathLst>
                <a:path w="310134" h="203708" extrusionOk="0">
                  <a:moveTo>
                    <a:pt x="148209" y="0"/>
                  </a:moveTo>
                  <a:lnTo>
                    <a:pt x="0" y="81407"/>
                  </a:lnTo>
                  <a:lnTo>
                    <a:pt x="71628" y="203708"/>
                  </a:lnTo>
                  <a:lnTo>
                    <a:pt x="310134" y="203708"/>
                  </a:lnTo>
                  <a:lnTo>
                    <a:pt x="310134" y="90043"/>
                  </a:lnTo>
                  <a:lnTo>
                    <a:pt x="148336" y="0"/>
                  </a:lnTo>
                  <a:close/>
                </a:path>
              </a:pathLst>
            </a:custGeom>
            <a:solidFill>
              <a:srgbClr val="0088C5">
                <a:alpha val="7450"/>
              </a:srgbClr>
            </a:solidFill>
            <a:ln>
              <a:noFill/>
            </a:ln>
          </p:spPr>
        </p:sp>
        <p:sp>
          <p:nvSpPr>
            <p:cNvPr id="151" name="Google Shape;151;p2"/>
            <p:cNvSpPr/>
            <p:nvPr/>
          </p:nvSpPr>
          <p:spPr>
            <a:xfrm>
              <a:off x="3586607" y="126111"/>
              <a:ext cx="131699" cy="224790"/>
            </a:xfrm>
            <a:custGeom>
              <a:avLst/>
              <a:gdLst/>
              <a:ahLst/>
              <a:cxnLst/>
              <a:rect l="l" t="t" r="r" b="b"/>
              <a:pathLst>
                <a:path w="131699" h="224790" extrusionOk="0">
                  <a:moveTo>
                    <a:pt x="131699" y="0"/>
                  </a:moveTo>
                  <a:lnTo>
                    <a:pt x="0" y="224790"/>
                  </a:lnTo>
                  <a:lnTo>
                    <a:pt x="131699" y="224790"/>
                  </a:lnTo>
                  <a:lnTo>
                    <a:pt x="131699" y="0"/>
                  </a:lnTo>
                  <a:close/>
                </a:path>
              </a:pathLst>
            </a:custGeom>
            <a:solidFill>
              <a:srgbClr val="A6C5D3">
                <a:alpha val="7450"/>
              </a:srgbClr>
            </a:solidFill>
            <a:ln>
              <a:noFill/>
            </a:ln>
          </p:spPr>
        </p:sp>
        <p:sp>
          <p:nvSpPr>
            <p:cNvPr id="152" name="Google Shape;152;p2"/>
            <p:cNvSpPr/>
            <p:nvPr/>
          </p:nvSpPr>
          <p:spPr>
            <a:xfrm>
              <a:off x="63500" y="63500"/>
              <a:ext cx="606679" cy="449453"/>
            </a:xfrm>
            <a:custGeom>
              <a:avLst/>
              <a:gdLst/>
              <a:ahLst/>
              <a:cxnLst/>
              <a:rect l="l" t="t" r="r" b="b"/>
              <a:pathLst>
                <a:path w="606679" h="449453" extrusionOk="0">
                  <a:moveTo>
                    <a:pt x="78867" y="0"/>
                  </a:moveTo>
                  <a:lnTo>
                    <a:pt x="107950" y="108077"/>
                  </a:lnTo>
                  <a:cubicBezTo>
                    <a:pt x="116205" y="138938"/>
                    <a:pt x="107188" y="171577"/>
                    <a:pt x="84201" y="194437"/>
                  </a:cubicBezTo>
                  <a:lnTo>
                    <a:pt x="0" y="277876"/>
                  </a:lnTo>
                  <a:lnTo>
                    <a:pt x="98679" y="277876"/>
                  </a:lnTo>
                  <a:cubicBezTo>
                    <a:pt x="141224" y="277876"/>
                    <a:pt x="178562" y="305181"/>
                    <a:pt x="189992" y="344551"/>
                  </a:cubicBezTo>
                  <a:lnTo>
                    <a:pt x="220472" y="449453"/>
                  </a:lnTo>
                  <a:lnTo>
                    <a:pt x="250444" y="352552"/>
                  </a:lnTo>
                  <a:cubicBezTo>
                    <a:pt x="262382" y="313944"/>
                    <a:pt x="299339" y="287401"/>
                    <a:pt x="341376" y="287401"/>
                  </a:cubicBezTo>
                  <a:lnTo>
                    <a:pt x="606679" y="287401"/>
                  </a:lnTo>
                  <a:lnTo>
                    <a:pt x="373126" y="157480"/>
                  </a:lnTo>
                  <a:cubicBezTo>
                    <a:pt x="336423" y="137033"/>
                    <a:pt x="318262" y="95631"/>
                    <a:pt x="328676" y="56134"/>
                  </a:cubicBezTo>
                  <a:lnTo>
                    <a:pt x="343535" y="0"/>
                  </a:lnTo>
                  <a:lnTo>
                    <a:pt x="316865" y="0"/>
                  </a:lnTo>
                  <a:lnTo>
                    <a:pt x="283972" y="30988"/>
                  </a:lnTo>
                  <a:cubicBezTo>
                    <a:pt x="265811" y="48133"/>
                    <a:pt x="241808" y="57023"/>
                    <a:pt x="217551" y="57023"/>
                  </a:cubicBezTo>
                  <a:cubicBezTo>
                    <a:pt x="201549" y="57023"/>
                    <a:pt x="185420" y="53086"/>
                    <a:pt x="170688" y="45085"/>
                  </a:cubicBezTo>
                  <a:lnTo>
                    <a:pt x="88138" y="0"/>
                  </a:lnTo>
                  <a:close/>
                </a:path>
              </a:pathLst>
            </a:custGeom>
            <a:solidFill>
              <a:srgbClr val="8BA0B8">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3171063" y="63500"/>
              <a:ext cx="366268" cy="287401"/>
            </a:xfrm>
            <a:custGeom>
              <a:avLst/>
              <a:gdLst/>
              <a:ahLst/>
              <a:cxnLst/>
              <a:rect l="l" t="t" r="r" b="b"/>
              <a:pathLst>
                <a:path w="366268" h="287401" extrusionOk="0">
                  <a:moveTo>
                    <a:pt x="204216" y="0"/>
                  </a:moveTo>
                  <a:lnTo>
                    <a:pt x="0" y="112522"/>
                  </a:lnTo>
                  <a:lnTo>
                    <a:pt x="0" y="287401"/>
                  </a:lnTo>
                  <a:lnTo>
                    <a:pt x="197866" y="287401"/>
                  </a:lnTo>
                  <a:lnTo>
                    <a:pt x="366268" y="0"/>
                  </a:lnTo>
                  <a:close/>
                </a:path>
              </a:pathLst>
            </a:custGeom>
            <a:solidFill>
              <a:srgbClr val="0088C5">
                <a:alpha val="7450"/>
              </a:srgbClr>
            </a:solidFill>
            <a:ln>
              <a:noFill/>
            </a:ln>
          </p:spPr>
        </p:sp>
        <p:sp>
          <p:nvSpPr>
            <p:cNvPr id="154" name="Google Shape;154;p2"/>
            <p:cNvSpPr/>
            <p:nvPr/>
          </p:nvSpPr>
          <p:spPr>
            <a:xfrm>
              <a:off x="3408172" y="533273"/>
              <a:ext cx="310007" cy="203581"/>
            </a:xfrm>
            <a:custGeom>
              <a:avLst/>
              <a:gdLst/>
              <a:ahLst/>
              <a:cxnLst/>
              <a:rect l="l" t="t" r="r" b="b"/>
              <a:pathLst>
                <a:path w="310007" h="203581" extrusionOk="0">
                  <a:moveTo>
                    <a:pt x="71628" y="0"/>
                  </a:moveTo>
                  <a:lnTo>
                    <a:pt x="0" y="122174"/>
                  </a:lnTo>
                  <a:lnTo>
                    <a:pt x="148209" y="203581"/>
                  </a:lnTo>
                  <a:lnTo>
                    <a:pt x="310007" y="113538"/>
                  </a:lnTo>
                  <a:lnTo>
                    <a:pt x="310007" y="0"/>
                  </a:lnTo>
                  <a:close/>
                </a:path>
              </a:pathLst>
            </a:custGeom>
            <a:solidFill>
              <a:srgbClr val="0088C5">
                <a:alpha val="7450"/>
              </a:srgbClr>
            </a:solidFill>
            <a:ln>
              <a:noFill/>
            </a:ln>
          </p:spPr>
        </p:sp>
        <p:sp>
          <p:nvSpPr>
            <p:cNvPr id="155" name="Google Shape;155;p2"/>
            <p:cNvSpPr/>
            <p:nvPr/>
          </p:nvSpPr>
          <p:spPr>
            <a:xfrm>
              <a:off x="1435735" y="1734312"/>
              <a:ext cx="839851" cy="1090041"/>
            </a:xfrm>
            <a:custGeom>
              <a:avLst/>
              <a:gdLst/>
              <a:ahLst/>
              <a:cxnLst/>
              <a:rect l="l" t="t" r="r" b="b"/>
              <a:pathLst>
                <a:path w="839851" h="1090041" extrusionOk="0">
                  <a:moveTo>
                    <a:pt x="795655" y="0"/>
                  </a:moveTo>
                  <a:lnTo>
                    <a:pt x="839851" y="683006"/>
                  </a:lnTo>
                  <a:lnTo>
                    <a:pt x="621919" y="1090041"/>
                  </a:lnTo>
                  <a:lnTo>
                    <a:pt x="246761" y="1016889"/>
                  </a:lnTo>
                  <a:lnTo>
                    <a:pt x="0" y="797306"/>
                  </a:lnTo>
                  <a:lnTo>
                    <a:pt x="238760" y="346964"/>
                  </a:lnTo>
                  <a:close/>
                </a:path>
              </a:pathLst>
            </a:custGeom>
            <a:solidFill>
              <a:srgbClr val="1C7347">
                <a:alpha val="7450"/>
              </a:srgbClr>
            </a:solidFill>
            <a:ln>
              <a:noFill/>
            </a:ln>
          </p:spPr>
        </p:sp>
        <p:sp>
          <p:nvSpPr>
            <p:cNvPr id="156" name="Google Shape;156;p2"/>
            <p:cNvSpPr/>
            <p:nvPr/>
          </p:nvSpPr>
          <p:spPr>
            <a:xfrm>
              <a:off x="2468118" y="1840230"/>
              <a:ext cx="680847" cy="1136269"/>
            </a:xfrm>
            <a:custGeom>
              <a:avLst/>
              <a:gdLst/>
              <a:ahLst/>
              <a:cxnLst/>
              <a:rect l="l" t="t" r="r" b="b"/>
              <a:pathLst>
                <a:path w="680847" h="1136269" extrusionOk="0">
                  <a:moveTo>
                    <a:pt x="668782" y="502793"/>
                  </a:moveTo>
                  <a:lnTo>
                    <a:pt x="680847" y="1035177"/>
                  </a:lnTo>
                  <a:lnTo>
                    <a:pt x="369443" y="1136269"/>
                  </a:lnTo>
                  <a:lnTo>
                    <a:pt x="28829" y="1060958"/>
                  </a:lnTo>
                  <a:lnTo>
                    <a:pt x="0" y="615950"/>
                  </a:lnTo>
                  <a:lnTo>
                    <a:pt x="329819" y="0"/>
                  </a:lnTo>
                  <a:close/>
                </a:path>
              </a:pathLst>
            </a:custGeom>
            <a:solidFill>
              <a:srgbClr val="9AABC2">
                <a:alpha val="7450"/>
              </a:srgbClr>
            </a:solidFill>
            <a:ln>
              <a:noFill/>
            </a:ln>
          </p:spPr>
        </p:sp>
        <p:sp>
          <p:nvSpPr>
            <p:cNvPr id="157" name="Google Shape;157;p2"/>
            <p:cNvSpPr/>
            <p:nvPr/>
          </p:nvSpPr>
          <p:spPr>
            <a:xfrm>
              <a:off x="835533" y="1405509"/>
              <a:ext cx="984377" cy="822325"/>
            </a:xfrm>
            <a:custGeom>
              <a:avLst/>
              <a:gdLst/>
              <a:ahLst/>
              <a:cxnLst/>
              <a:rect l="l" t="t" r="r" b="b"/>
              <a:pathLst>
                <a:path w="984377" h="822325" extrusionOk="0">
                  <a:moveTo>
                    <a:pt x="984250" y="0"/>
                  </a:moveTo>
                  <a:lnTo>
                    <a:pt x="693166" y="549275"/>
                  </a:lnTo>
                  <a:lnTo>
                    <a:pt x="254889" y="822325"/>
                  </a:lnTo>
                  <a:lnTo>
                    <a:pt x="0" y="613156"/>
                  </a:lnTo>
                  <a:lnTo>
                    <a:pt x="984377" y="0"/>
                  </a:lnTo>
                  <a:close/>
                </a:path>
              </a:pathLst>
            </a:custGeom>
            <a:solidFill>
              <a:srgbClr val="AE2724">
                <a:alpha val="7450"/>
              </a:srgbClr>
            </a:solidFill>
            <a:ln>
              <a:noFill/>
            </a:ln>
          </p:spPr>
        </p:sp>
        <p:sp>
          <p:nvSpPr>
            <p:cNvPr id="158" name="Google Shape;158;p2"/>
            <p:cNvSpPr/>
            <p:nvPr/>
          </p:nvSpPr>
          <p:spPr>
            <a:xfrm>
              <a:off x="2414016" y="1517142"/>
              <a:ext cx="265049" cy="583565"/>
            </a:xfrm>
            <a:custGeom>
              <a:avLst/>
              <a:gdLst/>
              <a:ahLst/>
              <a:cxnLst/>
              <a:rect l="l" t="t" r="r" b="b"/>
              <a:pathLst>
                <a:path w="265049" h="583565" extrusionOk="0">
                  <a:moveTo>
                    <a:pt x="166116" y="0"/>
                  </a:moveTo>
                  <a:lnTo>
                    <a:pt x="265049" y="146685"/>
                  </a:lnTo>
                  <a:lnTo>
                    <a:pt x="31115" y="583565"/>
                  </a:lnTo>
                  <a:lnTo>
                    <a:pt x="0" y="103378"/>
                  </a:lnTo>
                  <a:close/>
                </a:path>
              </a:pathLst>
            </a:custGeom>
            <a:solidFill>
              <a:srgbClr val="0088C5">
                <a:alpha val="7450"/>
              </a:srgbClr>
            </a:solidFill>
            <a:ln>
              <a:noFill/>
            </a:ln>
          </p:spPr>
        </p:sp>
        <p:sp>
          <p:nvSpPr>
            <p:cNvPr id="159" name="Google Shape;159;p2"/>
            <p:cNvSpPr/>
            <p:nvPr/>
          </p:nvSpPr>
          <p:spPr>
            <a:xfrm>
              <a:off x="1846453" y="1385570"/>
              <a:ext cx="371475" cy="371348"/>
            </a:xfrm>
            <a:custGeom>
              <a:avLst/>
              <a:gdLst/>
              <a:ahLst/>
              <a:cxnLst/>
              <a:rect l="l" t="t" r="r" b="b"/>
              <a:pathLst>
                <a:path w="371475" h="371348" extrusionOk="0">
                  <a:moveTo>
                    <a:pt x="371475" y="139954"/>
                  </a:moveTo>
                  <a:lnTo>
                    <a:pt x="0" y="371348"/>
                  </a:lnTo>
                  <a:lnTo>
                    <a:pt x="192024" y="9144"/>
                  </a:lnTo>
                  <a:lnTo>
                    <a:pt x="362458" y="0"/>
                  </a:lnTo>
                  <a:close/>
                </a:path>
              </a:pathLst>
            </a:custGeom>
            <a:solidFill>
              <a:srgbClr val="0088C5">
                <a:alpha val="7450"/>
              </a:srgbClr>
            </a:solidFill>
            <a:ln>
              <a:noFill/>
            </a:ln>
          </p:spPr>
        </p:sp>
        <p:sp>
          <p:nvSpPr>
            <p:cNvPr id="160" name="Google Shape;160;p2"/>
            <p:cNvSpPr/>
            <p:nvPr/>
          </p:nvSpPr>
          <p:spPr>
            <a:xfrm>
              <a:off x="1950212" y="2772664"/>
              <a:ext cx="544576" cy="556641"/>
            </a:xfrm>
            <a:custGeom>
              <a:avLst/>
              <a:gdLst/>
              <a:ahLst/>
              <a:cxnLst/>
              <a:rect l="l" t="t" r="r" b="b"/>
              <a:pathLst>
                <a:path w="544576" h="556641" extrusionOk="0">
                  <a:moveTo>
                    <a:pt x="435102" y="290957"/>
                  </a:moveTo>
                  <a:lnTo>
                    <a:pt x="544576" y="315214"/>
                  </a:lnTo>
                  <a:lnTo>
                    <a:pt x="446278" y="347091"/>
                  </a:lnTo>
                  <a:cubicBezTo>
                    <a:pt x="407162" y="359791"/>
                    <a:pt x="381000" y="395351"/>
                    <a:pt x="381762" y="435102"/>
                  </a:cubicBezTo>
                  <a:lnTo>
                    <a:pt x="384048" y="556641"/>
                  </a:lnTo>
                  <a:lnTo>
                    <a:pt x="269113" y="453263"/>
                  </a:lnTo>
                  <a:cubicBezTo>
                    <a:pt x="243967" y="430530"/>
                    <a:pt x="207899" y="422910"/>
                    <a:pt x="175006" y="433070"/>
                  </a:cubicBezTo>
                  <a:lnTo>
                    <a:pt x="93091" y="458597"/>
                  </a:lnTo>
                  <a:lnTo>
                    <a:pt x="117729" y="409067"/>
                  </a:lnTo>
                  <a:cubicBezTo>
                    <a:pt x="135636" y="372999"/>
                    <a:pt x="127127" y="329946"/>
                    <a:pt x="96647" y="302768"/>
                  </a:cubicBezTo>
                  <a:lnTo>
                    <a:pt x="0" y="216662"/>
                  </a:lnTo>
                  <a:lnTo>
                    <a:pt x="139954" y="243967"/>
                  </a:lnTo>
                  <a:cubicBezTo>
                    <a:pt x="181610" y="252095"/>
                    <a:pt x="223647" y="232664"/>
                    <a:pt x="243078" y="196342"/>
                  </a:cubicBezTo>
                  <a:lnTo>
                    <a:pt x="348234" y="0"/>
                  </a:lnTo>
                  <a:lnTo>
                    <a:pt x="361696" y="207645"/>
                  </a:lnTo>
                  <a:cubicBezTo>
                    <a:pt x="364363" y="247904"/>
                    <a:pt x="394081" y="281813"/>
                    <a:pt x="435102" y="290830"/>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853059" y="2279269"/>
              <a:ext cx="503682" cy="522859"/>
            </a:xfrm>
            <a:custGeom>
              <a:avLst/>
              <a:gdLst/>
              <a:ahLst/>
              <a:cxnLst/>
              <a:rect l="l" t="t" r="r" b="b"/>
              <a:pathLst>
                <a:path w="503682" h="522859" extrusionOk="0">
                  <a:moveTo>
                    <a:pt x="121666" y="169799"/>
                  </a:moveTo>
                  <a:lnTo>
                    <a:pt x="87884" y="65786"/>
                  </a:lnTo>
                  <a:lnTo>
                    <a:pt x="167894" y="131445"/>
                  </a:lnTo>
                  <a:cubicBezTo>
                    <a:pt x="199771" y="157607"/>
                    <a:pt x="245745" y="160528"/>
                    <a:pt x="281051" y="138684"/>
                  </a:cubicBezTo>
                  <a:lnTo>
                    <a:pt x="503682" y="0"/>
                  </a:lnTo>
                  <a:lnTo>
                    <a:pt x="381254" y="231140"/>
                  </a:lnTo>
                  <a:cubicBezTo>
                    <a:pt x="361950" y="267462"/>
                    <a:pt x="370205" y="311785"/>
                    <a:pt x="401320" y="339471"/>
                  </a:cubicBezTo>
                  <a:lnTo>
                    <a:pt x="471932" y="402336"/>
                  </a:lnTo>
                  <a:lnTo>
                    <a:pt x="377952" y="383921"/>
                  </a:lnTo>
                  <a:cubicBezTo>
                    <a:pt x="336550" y="375793"/>
                    <a:pt x="294513" y="395097"/>
                    <a:pt x="274955" y="431292"/>
                  </a:cubicBezTo>
                  <a:lnTo>
                    <a:pt x="225425" y="522859"/>
                  </a:lnTo>
                  <a:lnTo>
                    <a:pt x="186690" y="411226"/>
                  </a:lnTo>
                  <a:cubicBezTo>
                    <a:pt x="176149" y="381000"/>
                    <a:pt x="150114" y="358267"/>
                    <a:pt x="117856" y="351155"/>
                  </a:cubicBezTo>
                  <a:lnTo>
                    <a:pt x="0" y="325247"/>
                  </a:lnTo>
                  <a:lnTo>
                    <a:pt x="82677" y="273431"/>
                  </a:lnTo>
                  <a:cubicBezTo>
                    <a:pt x="118364" y="251206"/>
                    <a:pt x="134366" y="208788"/>
                    <a:pt x="121666" y="169672"/>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486029" y="592201"/>
              <a:ext cx="1189736" cy="690118"/>
            </a:xfrm>
            <a:custGeom>
              <a:avLst/>
              <a:gdLst/>
              <a:ahLst/>
              <a:cxnLst/>
              <a:rect l="l" t="t" r="r" b="b"/>
              <a:pathLst>
                <a:path w="1189736" h="690118" extrusionOk="0">
                  <a:moveTo>
                    <a:pt x="1189736" y="317754"/>
                  </a:moveTo>
                  <a:lnTo>
                    <a:pt x="559181" y="0"/>
                  </a:lnTo>
                  <a:lnTo>
                    <a:pt x="83820" y="24892"/>
                  </a:lnTo>
                  <a:lnTo>
                    <a:pt x="0" y="383921"/>
                  </a:lnTo>
                  <a:lnTo>
                    <a:pt x="107696" y="690118"/>
                  </a:lnTo>
                  <a:lnTo>
                    <a:pt x="632841" y="664718"/>
                  </a:lnTo>
                  <a:close/>
                </a:path>
              </a:pathLst>
            </a:custGeom>
            <a:solidFill>
              <a:srgbClr val="A6C5D3">
                <a:alpha val="7450"/>
              </a:srgbClr>
            </a:solidFill>
            <a:ln>
              <a:noFill/>
            </a:ln>
          </p:spPr>
        </p:sp>
        <p:sp>
          <p:nvSpPr>
            <p:cNvPr id="163" name="Google Shape;163;p2"/>
            <p:cNvSpPr/>
            <p:nvPr/>
          </p:nvSpPr>
          <p:spPr>
            <a:xfrm>
              <a:off x="676275" y="63500"/>
              <a:ext cx="1130427" cy="343916"/>
            </a:xfrm>
            <a:custGeom>
              <a:avLst/>
              <a:gdLst/>
              <a:ahLst/>
              <a:cxnLst/>
              <a:rect l="l" t="t" r="r" b="b"/>
              <a:pathLst>
                <a:path w="1130427" h="343916" extrusionOk="0">
                  <a:moveTo>
                    <a:pt x="28067" y="0"/>
                  </a:moveTo>
                  <a:lnTo>
                    <a:pt x="0" y="136779"/>
                  </a:lnTo>
                  <a:lnTo>
                    <a:pt x="410845" y="343916"/>
                  </a:lnTo>
                  <a:lnTo>
                    <a:pt x="1130427" y="306197"/>
                  </a:lnTo>
                  <a:lnTo>
                    <a:pt x="924052" y="0"/>
                  </a:lnTo>
                  <a:close/>
                </a:path>
              </a:pathLst>
            </a:custGeom>
            <a:solidFill>
              <a:srgbClr val="9AABC2">
                <a:alpha val="7450"/>
              </a:srgbClr>
            </a:solidFill>
            <a:ln>
              <a:noFill/>
            </a:ln>
          </p:spPr>
        </p:sp>
        <p:sp>
          <p:nvSpPr>
            <p:cNvPr id="164" name="Google Shape;164;p2"/>
            <p:cNvSpPr/>
            <p:nvPr/>
          </p:nvSpPr>
          <p:spPr>
            <a:xfrm>
              <a:off x="741045" y="1405509"/>
              <a:ext cx="1078865" cy="613156"/>
            </a:xfrm>
            <a:custGeom>
              <a:avLst/>
              <a:gdLst/>
              <a:ahLst/>
              <a:cxnLst/>
              <a:rect l="l" t="t" r="r" b="b"/>
              <a:pathLst>
                <a:path w="1078865" h="613156" extrusionOk="0">
                  <a:moveTo>
                    <a:pt x="1078738" y="0"/>
                  </a:moveTo>
                  <a:lnTo>
                    <a:pt x="438277" y="30988"/>
                  </a:lnTo>
                  <a:lnTo>
                    <a:pt x="0" y="304038"/>
                  </a:lnTo>
                  <a:lnTo>
                    <a:pt x="94488" y="613156"/>
                  </a:lnTo>
                  <a:lnTo>
                    <a:pt x="1078865" y="0"/>
                  </a:lnTo>
                  <a:close/>
                </a:path>
              </a:pathLst>
            </a:custGeom>
            <a:solidFill>
              <a:srgbClr val="AE2724">
                <a:alpha val="7450"/>
              </a:srgbClr>
            </a:solidFill>
            <a:ln>
              <a:noFill/>
            </a:ln>
          </p:spPr>
        </p:sp>
        <p:sp>
          <p:nvSpPr>
            <p:cNvPr id="165" name="Google Shape;165;p2"/>
            <p:cNvSpPr/>
            <p:nvPr/>
          </p:nvSpPr>
          <p:spPr>
            <a:xfrm>
              <a:off x="1415161" y="546100"/>
              <a:ext cx="609346" cy="250063"/>
            </a:xfrm>
            <a:custGeom>
              <a:avLst/>
              <a:gdLst/>
              <a:ahLst/>
              <a:cxnLst/>
              <a:rect l="l" t="t" r="r" b="b"/>
              <a:pathLst>
                <a:path w="609346" h="250063" extrusionOk="0">
                  <a:moveTo>
                    <a:pt x="609346" y="146685"/>
                  </a:moveTo>
                  <a:lnTo>
                    <a:pt x="510413" y="0"/>
                  </a:lnTo>
                  <a:lnTo>
                    <a:pt x="0" y="26670"/>
                  </a:lnTo>
                  <a:lnTo>
                    <a:pt x="443230" y="250063"/>
                  </a:lnTo>
                  <a:close/>
                </a:path>
              </a:pathLst>
            </a:custGeom>
            <a:solidFill>
              <a:srgbClr val="0088C5">
                <a:alpha val="7450"/>
              </a:srgbClr>
            </a:solidFill>
            <a:ln>
              <a:noFill/>
            </a:ln>
          </p:spPr>
        </p:sp>
        <p:sp>
          <p:nvSpPr>
            <p:cNvPr id="166" name="Google Shape;166;p2"/>
            <p:cNvSpPr/>
            <p:nvPr/>
          </p:nvSpPr>
          <p:spPr>
            <a:xfrm>
              <a:off x="2843276" y="63500"/>
              <a:ext cx="191516" cy="84074"/>
            </a:xfrm>
            <a:custGeom>
              <a:avLst/>
              <a:gdLst/>
              <a:ahLst/>
              <a:cxnLst/>
              <a:rect l="l" t="t" r="r" b="b"/>
              <a:pathLst>
                <a:path w="191516" h="84074" extrusionOk="0">
                  <a:moveTo>
                    <a:pt x="0" y="0"/>
                  </a:moveTo>
                  <a:lnTo>
                    <a:pt x="56642" y="84074"/>
                  </a:lnTo>
                  <a:lnTo>
                    <a:pt x="191516" y="0"/>
                  </a:lnTo>
                  <a:close/>
                </a:path>
              </a:pathLst>
            </a:custGeom>
            <a:solidFill>
              <a:srgbClr val="0088C5">
                <a:alpha val="7450"/>
              </a:srgbClr>
            </a:solidFill>
            <a:ln>
              <a:noFill/>
            </a:ln>
          </p:spPr>
        </p:sp>
        <p:sp>
          <p:nvSpPr>
            <p:cNvPr id="167" name="Google Shape;167;p2"/>
            <p:cNvSpPr/>
            <p:nvPr/>
          </p:nvSpPr>
          <p:spPr>
            <a:xfrm>
              <a:off x="1497076" y="1007237"/>
              <a:ext cx="500761" cy="231394"/>
            </a:xfrm>
            <a:custGeom>
              <a:avLst/>
              <a:gdLst/>
              <a:ahLst/>
              <a:cxnLst/>
              <a:rect l="l" t="t" r="r" b="b"/>
              <a:pathLst>
                <a:path w="500761" h="231394" extrusionOk="0">
                  <a:moveTo>
                    <a:pt x="371475" y="0"/>
                  </a:moveTo>
                  <a:lnTo>
                    <a:pt x="0" y="231394"/>
                  </a:lnTo>
                  <a:lnTo>
                    <a:pt x="422402" y="210947"/>
                  </a:lnTo>
                  <a:lnTo>
                    <a:pt x="500761" y="65151"/>
                  </a:lnTo>
                  <a:close/>
                </a:path>
              </a:pathLst>
            </a:custGeom>
            <a:solidFill>
              <a:srgbClr val="0088C5">
                <a:alpha val="7450"/>
              </a:srgbClr>
            </a:solidFill>
            <a:ln>
              <a:noFill/>
            </a:ln>
          </p:spPr>
        </p:sp>
        <p:sp>
          <p:nvSpPr>
            <p:cNvPr id="168" name="Google Shape;168;p2"/>
            <p:cNvSpPr/>
            <p:nvPr/>
          </p:nvSpPr>
          <p:spPr>
            <a:xfrm>
              <a:off x="190881" y="1318387"/>
              <a:ext cx="610235" cy="474345"/>
            </a:xfrm>
            <a:custGeom>
              <a:avLst/>
              <a:gdLst/>
              <a:ahLst/>
              <a:cxnLst/>
              <a:rect l="l" t="t" r="r" b="b"/>
              <a:pathLst>
                <a:path w="610235" h="474345" extrusionOk="0">
                  <a:moveTo>
                    <a:pt x="292862" y="402209"/>
                  </a:moveTo>
                  <a:lnTo>
                    <a:pt x="377825" y="474345"/>
                  </a:lnTo>
                  <a:lnTo>
                    <a:pt x="348234" y="377317"/>
                  </a:lnTo>
                  <a:cubicBezTo>
                    <a:pt x="336423" y="338582"/>
                    <a:pt x="352425" y="297053"/>
                    <a:pt x="387604" y="275082"/>
                  </a:cubicBezTo>
                  <a:lnTo>
                    <a:pt x="610235" y="136398"/>
                  </a:lnTo>
                  <a:lnTo>
                    <a:pt x="340741" y="149479"/>
                  </a:lnTo>
                  <a:cubicBezTo>
                    <a:pt x="298323" y="151511"/>
                    <a:pt x="259715" y="126238"/>
                    <a:pt x="246126" y="87630"/>
                  </a:cubicBezTo>
                  <a:lnTo>
                    <a:pt x="215265" y="0"/>
                  </a:lnTo>
                  <a:lnTo>
                    <a:pt x="194310" y="90043"/>
                  </a:lnTo>
                  <a:cubicBezTo>
                    <a:pt x="185039" y="129667"/>
                    <a:pt x="149606" y="158750"/>
                    <a:pt x="107315" y="161036"/>
                  </a:cubicBezTo>
                  <a:lnTo>
                    <a:pt x="0" y="167005"/>
                  </a:lnTo>
                  <a:lnTo>
                    <a:pt x="90297" y="246634"/>
                  </a:lnTo>
                  <a:cubicBezTo>
                    <a:pt x="114681" y="268224"/>
                    <a:pt x="125603" y="300355"/>
                    <a:pt x="119126" y="331470"/>
                  </a:cubicBezTo>
                  <a:lnTo>
                    <a:pt x="95631" y="445516"/>
                  </a:lnTo>
                  <a:lnTo>
                    <a:pt x="178435" y="393954"/>
                  </a:lnTo>
                  <a:cubicBezTo>
                    <a:pt x="214122" y="371729"/>
                    <a:pt x="260985" y="375031"/>
                    <a:pt x="292862" y="402209"/>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2359914" y="63500"/>
              <a:ext cx="194183" cy="83185"/>
            </a:xfrm>
            <a:custGeom>
              <a:avLst/>
              <a:gdLst/>
              <a:ahLst/>
              <a:cxnLst/>
              <a:rect l="l" t="t" r="r" b="b"/>
              <a:pathLst>
                <a:path w="194183" h="83185" extrusionOk="0">
                  <a:moveTo>
                    <a:pt x="0" y="0"/>
                  </a:moveTo>
                  <a:lnTo>
                    <a:pt x="254" y="9017"/>
                  </a:lnTo>
                  <a:lnTo>
                    <a:pt x="149606" y="83185"/>
                  </a:lnTo>
                  <a:lnTo>
                    <a:pt x="194183" y="0"/>
                  </a:lnTo>
                  <a:close/>
                </a:path>
              </a:pathLst>
            </a:custGeom>
            <a:solidFill>
              <a:srgbClr val="0088C5">
                <a:alpha val="7450"/>
              </a:srgbClr>
            </a:solidFill>
            <a:ln>
              <a:noFill/>
            </a:ln>
          </p:spPr>
        </p:sp>
        <p:sp>
          <p:nvSpPr>
            <p:cNvPr id="170" name="Google Shape;170;p2"/>
            <p:cNvSpPr/>
            <p:nvPr/>
          </p:nvSpPr>
          <p:spPr>
            <a:xfrm>
              <a:off x="1826260" y="63500"/>
              <a:ext cx="356743" cy="294767"/>
            </a:xfrm>
            <a:custGeom>
              <a:avLst/>
              <a:gdLst/>
              <a:ahLst/>
              <a:cxnLst/>
              <a:rect l="l" t="t" r="r" b="b"/>
              <a:pathLst>
                <a:path w="356743" h="294767" extrusionOk="0">
                  <a:moveTo>
                    <a:pt x="0" y="0"/>
                  </a:moveTo>
                  <a:lnTo>
                    <a:pt x="198628" y="294767"/>
                  </a:lnTo>
                  <a:lnTo>
                    <a:pt x="356743" y="286512"/>
                  </a:lnTo>
                  <a:lnTo>
                    <a:pt x="347345" y="125095"/>
                  </a:lnTo>
                  <a:lnTo>
                    <a:pt x="73025" y="0"/>
                  </a:lnTo>
                  <a:close/>
                </a:path>
              </a:pathLst>
            </a:custGeom>
            <a:solidFill>
              <a:srgbClr val="0088C5">
                <a:alpha val="7450"/>
              </a:srgbClr>
            </a:solidFill>
            <a:ln>
              <a:noFill/>
            </a:ln>
          </p:spPr>
        </p:sp>
      </p:grpSp>
      <p:sp>
        <p:nvSpPr>
          <p:cNvPr id="171" name="Google Shape;171;p2"/>
          <p:cNvSpPr/>
          <p:nvPr/>
        </p:nvSpPr>
        <p:spPr>
          <a:xfrm>
            <a:off x="8747609" y="564586"/>
            <a:ext cx="1243157" cy="688398"/>
          </a:xfrm>
          <a:custGeom>
            <a:avLst/>
            <a:gdLst/>
            <a:ahLst/>
            <a:cxnLst/>
            <a:rect l="l" t="t" r="r" b="b"/>
            <a:pathLst>
              <a:path w="1243157" h="688398" extrusionOk="0">
                <a:moveTo>
                  <a:pt x="0" y="0"/>
                </a:moveTo>
                <a:lnTo>
                  <a:pt x="1243157" y="0"/>
                </a:lnTo>
                <a:lnTo>
                  <a:pt x="1243157" y="688398"/>
                </a:lnTo>
                <a:lnTo>
                  <a:pt x="0" y="688398"/>
                </a:lnTo>
                <a:lnTo>
                  <a:pt x="0" y="0"/>
                </a:lnTo>
                <a:close/>
              </a:path>
            </a:pathLst>
          </a:custGeom>
          <a:blipFill rotWithShape="1">
            <a:blip r:embed="rId3">
              <a:alphaModFix/>
            </a:blip>
            <a:stretch>
              <a:fillRect/>
            </a:stretch>
          </a:blipFill>
          <a:ln>
            <a:noFill/>
          </a:ln>
        </p:spPr>
      </p:sp>
      <p:grpSp>
        <p:nvGrpSpPr>
          <p:cNvPr id="172" name="Google Shape;172;p2"/>
          <p:cNvGrpSpPr/>
          <p:nvPr/>
        </p:nvGrpSpPr>
        <p:grpSpPr>
          <a:xfrm>
            <a:off x="289704" y="16649944"/>
            <a:ext cx="2194297" cy="1089528"/>
            <a:chOff x="63500" y="63500"/>
            <a:chExt cx="2194306" cy="1089533"/>
          </a:xfrm>
        </p:grpSpPr>
        <p:sp>
          <p:nvSpPr>
            <p:cNvPr id="173" name="Google Shape;173;p2"/>
            <p:cNvSpPr/>
            <p:nvPr/>
          </p:nvSpPr>
          <p:spPr>
            <a:xfrm>
              <a:off x="975614" y="147955"/>
              <a:ext cx="348869" cy="526288"/>
            </a:xfrm>
            <a:custGeom>
              <a:avLst/>
              <a:gdLst/>
              <a:ahLst/>
              <a:cxnLst/>
              <a:rect l="l" t="t" r="r" b="b"/>
              <a:pathLst>
                <a:path w="348869" h="526288" extrusionOk="0">
                  <a:moveTo>
                    <a:pt x="171958" y="0"/>
                  </a:moveTo>
                  <a:lnTo>
                    <a:pt x="9271" y="48260"/>
                  </a:lnTo>
                  <a:lnTo>
                    <a:pt x="0" y="251333"/>
                  </a:lnTo>
                  <a:lnTo>
                    <a:pt x="178435" y="526288"/>
                  </a:lnTo>
                  <a:lnTo>
                    <a:pt x="348869" y="254635"/>
                  </a:lnTo>
                  <a:lnTo>
                    <a:pt x="338074" y="46736"/>
                  </a:lnTo>
                  <a:close/>
                </a:path>
              </a:pathLst>
            </a:custGeom>
            <a:solidFill>
              <a:srgbClr val="9AABC2">
                <a:alpha val="7450"/>
              </a:srgbClr>
            </a:solidFill>
            <a:ln>
              <a:noFill/>
            </a:ln>
          </p:spPr>
        </p:sp>
        <p:sp>
          <p:nvSpPr>
            <p:cNvPr id="174" name="Google Shape;174;p2"/>
            <p:cNvSpPr/>
            <p:nvPr/>
          </p:nvSpPr>
          <p:spPr>
            <a:xfrm>
              <a:off x="1387983" y="242189"/>
              <a:ext cx="395224" cy="497078"/>
            </a:xfrm>
            <a:custGeom>
              <a:avLst/>
              <a:gdLst/>
              <a:ahLst/>
              <a:cxnLst/>
              <a:rect l="l" t="t" r="r" b="b"/>
              <a:pathLst>
                <a:path w="395224" h="497078" extrusionOk="0">
                  <a:moveTo>
                    <a:pt x="276479" y="42037"/>
                  </a:moveTo>
                  <a:lnTo>
                    <a:pt x="112014" y="0"/>
                  </a:lnTo>
                  <a:lnTo>
                    <a:pt x="0" y="169545"/>
                  </a:lnTo>
                  <a:lnTo>
                    <a:pt x="12192" y="497078"/>
                  </a:lnTo>
                  <a:lnTo>
                    <a:pt x="297688" y="351155"/>
                  </a:lnTo>
                  <a:lnTo>
                    <a:pt x="395224" y="167132"/>
                  </a:lnTo>
                  <a:close/>
                </a:path>
              </a:pathLst>
            </a:custGeom>
            <a:solidFill>
              <a:srgbClr val="AE2724">
                <a:alpha val="7450"/>
              </a:srgbClr>
            </a:solidFill>
            <a:ln>
              <a:noFill/>
            </a:ln>
          </p:spPr>
        </p:sp>
        <p:sp>
          <p:nvSpPr>
            <p:cNvPr id="175" name="Google Shape;175;p2"/>
            <p:cNvSpPr/>
            <p:nvPr/>
          </p:nvSpPr>
          <p:spPr>
            <a:xfrm>
              <a:off x="516763" y="244094"/>
              <a:ext cx="395224" cy="496570"/>
            </a:xfrm>
            <a:custGeom>
              <a:avLst/>
              <a:gdLst/>
              <a:ahLst/>
              <a:cxnLst/>
              <a:rect l="l" t="t" r="r" b="b"/>
              <a:pathLst>
                <a:path w="395224" h="496570" extrusionOk="0">
                  <a:moveTo>
                    <a:pt x="117729" y="43180"/>
                  </a:moveTo>
                  <a:lnTo>
                    <a:pt x="281940" y="0"/>
                  </a:lnTo>
                  <a:lnTo>
                    <a:pt x="395224" y="168910"/>
                  </a:lnTo>
                  <a:lnTo>
                    <a:pt x="385064" y="496570"/>
                  </a:lnTo>
                  <a:lnTo>
                    <a:pt x="98298" y="352552"/>
                  </a:lnTo>
                  <a:lnTo>
                    <a:pt x="0" y="169037"/>
                  </a:lnTo>
                  <a:close/>
                </a:path>
              </a:pathLst>
            </a:custGeom>
            <a:solidFill>
              <a:srgbClr val="A6C5D3">
                <a:alpha val="7450"/>
              </a:srgbClr>
            </a:solidFill>
            <a:ln>
              <a:noFill/>
            </a:ln>
          </p:spPr>
        </p:sp>
        <p:sp>
          <p:nvSpPr>
            <p:cNvPr id="176" name="Google Shape;176;p2"/>
            <p:cNvSpPr/>
            <p:nvPr/>
          </p:nvSpPr>
          <p:spPr>
            <a:xfrm>
              <a:off x="1578610" y="539369"/>
              <a:ext cx="497840" cy="396875"/>
            </a:xfrm>
            <a:custGeom>
              <a:avLst/>
              <a:gdLst/>
              <a:ahLst/>
              <a:cxnLst/>
              <a:rect l="l" t="t" r="r" b="b"/>
              <a:pathLst>
                <a:path w="497840" h="396875" extrusionOk="0">
                  <a:moveTo>
                    <a:pt x="460375" y="120396"/>
                  </a:moveTo>
                  <a:lnTo>
                    <a:pt x="340487" y="0"/>
                  </a:lnTo>
                  <a:lnTo>
                    <a:pt x="157353" y="88265"/>
                  </a:lnTo>
                  <a:lnTo>
                    <a:pt x="0" y="375793"/>
                  </a:lnTo>
                  <a:lnTo>
                    <a:pt x="320040" y="396875"/>
                  </a:lnTo>
                  <a:lnTo>
                    <a:pt x="497840" y="288671"/>
                  </a:lnTo>
                  <a:close/>
                </a:path>
              </a:pathLst>
            </a:custGeom>
            <a:solidFill>
              <a:srgbClr val="1C7347">
                <a:alpha val="7450"/>
              </a:srgbClr>
            </a:solidFill>
            <a:ln>
              <a:noFill/>
            </a:ln>
          </p:spPr>
        </p:sp>
        <p:sp>
          <p:nvSpPr>
            <p:cNvPr id="177" name="Google Shape;177;p2"/>
            <p:cNvSpPr/>
            <p:nvPr/>
          </p:nvSpPr>
          <p:spPr>
            <a:xfrm>
              <a:off x="227330" y="540131"/>
              <a:ext cx="493268" cy="397383"/>
            </a:xfrm>
            <a:custGeom>
              <a:avLst/>
              <a:gdLst/>
              <a:ahLst/>
              <a:cxnLst/>
              <a:rect l="l" t="t" r="r" b="b"/>
              <a:pathLst>
                <a:path w="493268" h="397383" extrusionOk="0">
                  <a:moveTo>
                    <a:pt x="45974" y="114427"/>
                  </a:moveTo>
                  <a:lnTo>
                    <a:pt x="171196" y="0"/>
                  </a:lnTo>
                  <a:lnTo>
                    <a:pt x="349885" y="96901"/>
                  </a:lnTo>
                  <a:lnTo>
                    <a:pt x="493268" y="391668"/>
                  </a:lnTo>
                  <a:lnTo>
                    <a:pt x="172593" y="397383"/>
                  </a:lnTo>
                  <a:lnTo>
                    <a:pt x="0" y="280797"/>
                  </a:lnTo>
                  <a:close/>
                </a:path>
              </a:pathLst>
            </a:custGeom>
            <a:solidFill>
              <a:srgbClr val="006B8B">
                <a:alpha val="7450"/>
              </a:srgbClr>
            </a:solidFill>
            <a:ln>
              <a:noFill/>
            </a:ln>
          </p:spPr>
        </p:sp>
        <p:sp>
          <p:nvSpPr>
            <p:cNvPr id="178" name="Google Shape;178;p2"/>
            <p:cNvSpPr/>
            <p:nvPr/>
          </p:nvSpPr>
          <p:spPr>
            <a:xfrm>
              <a:off x="1660652" y="982853"/>
              <a:ext cx="515747" cy="170053"/>
            </a:xfrm>
            <a:custGeom>
              <a:avLst/>
              <a:gdLst/>
              <a:ahLst/>
              <a:cxnLst/>
              <a:rect l="l" t="t" r="r" b="b"/>
              <a:pathLst>
                <a:path w="515747" h="170053" extrusionOk="0">
                  <a:moveTo>
                    <a:pt x="266954" y="0"/>
                  </a:moveTo>
                  <a:lnTo>
                    <a:pt x="0" y="170053"/>
                  </a:lnTo>
                  <a:lnTo>
                    <a:pt x="515747" y="170053"/>
                  </a:lnTo>
                  <a:lnTo>
                    <a:pt x="469900" y="11049"/>
                  </a:lnTo>
                  <a:lnTo>
                    <a:pt x="267081" y="0"/>
                  </a:lnTo>
                  <a:close/>
                </a:path>
              </a:pathLst>
            </a:custGeom>
            <a:solidFill>
              <a:srgbClr val="9AABC2">
                <a:alpha val="7450"/>
              </a:srgbClr>
            </a:solidFill>
            <a:ln>
              <a:noFill/>
            </a:ln>
          </p:spPr>
        </p:sp>
        <p:sp>
          <p:nvSpPr>
            <p:cNvPr id="179" name="Google Shape;179;p2"/>
            <p:cNvSpPr/>
            <p:nvPr/>
          </p:nvSpPr>
          <p:spPr>
            <a:xfrm>
              <a:off x="147066" y="996823"/>
              <a:ext cx="484886" cy="156210"/>
            </a:xfrm>
            <a:custGeom>
              <a:avLst/>
              <a:gdLst/>
              <a:ahLst/>
              <a:cxnLst/>
              <a:rect l="l" t="t" r="r" b="b"/>
              <a:pathLst>
                <a:path w="484886" h="156210" extrusionOk="0">
                  <a:moveTo>
                    <a:pt x="248793" y="0"/>
                  </a:moveTo>
                  <a:lnTo>
                    <a:pt x="45593" y="7493"/>
                  </a:lnTo>
                  <a:lnTo>
                    <a:pt x="0" y="156210"/>
                  </a:lnTo>
                  <a:lnTo>
                    <a:pt x="484886" y="156210"/>
                  </a:lnTo>
                  <a:lnTo>
                    <a:pt x="248793" y="0"/>
                  </a:lnTo>
                  <a:close/>
                </a:path>
              </a:pathLst>
            </a:custGeom>
            <a:solidFill>
              <a:srgbClr val="AE2724">
                <a:alpha val="7450"/>
              </a:srgbClr>
            </a:solidFill>
            <a:ln>
              <a:noFill/>
            </a:ln>
          </p:spPr>
        </p:sp>
        <p:sp>
          <p:nvSpPr>
            <p:cNvPr id="180" name="Google Shape;180;p2"/>
            <p:cNvSpPr/>
            <p:nvPr/>
          </p:nvSpPr>
          <p:spPr>
            <a:xfrm>
              <a:off x="670179" y="681101"/>
              <a:ext cx="236982" cy="241554"/>
            </a:xfrm>
            <a:custGeom>
              <a:avLst/>
              <a:gdLst/>
              <a:ahLst/>
              <a:cxnLst/>
              <a:rect l="l" t="t" r="r" b="b"/>
              <a:pathLst>
                <a:path w="236982" h="241554" extrusionOk="0">
                  <a:moveTo>
                    <a:pt x="0" y="0"/>
                  </a:moveTo>
                  <a:lnTo>
                    <a:pt x="228727" y="123190"/>
                  </a:lnTo>
                  <a:lnTo>
                    <a:pt x="236982" y="234950"/>
                  </a:lnTo>
                  <a:lnTo>
                    <a:pt x="112903" y="241554"/>
                  </a:lnTo>
                  <a:close/>
                </a:path>
              </a:pathLst>
            </a:custGeom>
            <a:solidFill>
              <a:srgbClr val="0088C5">
                <a:alpha val="7450"/>
              </a:srgbClr>
            </a:solidFill>
            <a:ln>
              <a:noFill/>
            </a:ln>
          </p:spPr>
        </p:sp>
        <p:sp>
          <p:nvSpPr>
            <p:cNvPr id="181" name="Google Shape;181;p2"/>
            <p:cNvSpPr/>
            <p:nvPr/>
          </p:nvSpPr>
          <p:spPr>
            <a:xfrm>
              <a:off x="1410081" y="667893"/>
              <a:ext cx="239268" cy="240538"/>
            </a:xfrm>
            <a:custGeom>
              <a:avLst/>
              <a:gdLst/>
              <a:ahLst/>
              <a:cxnLst/>
              <a:rect l="l" t="t" r="r" b="b"/>
              <a:pathLst>
                <a:path w="239268" h="240538" extrusionOk="0">
                  <a:moveTo>
                    <a:pt x="239268" y="0"/>
                  </a:moveTo>
                  <a:lnTo>
                    <a:pt x="9398" y="121285"/>
                  </a:lnTo>
                  <a:lnTo>
                    <a:pt x="0" y="232918"/>
                  </a:lnTo>
                  <a:lnTo>
                    <a:pt x="124206" y="240538"/>
                  </a:lnTo>
                  <a:close/>
                </a:path>
              </a:pathLst>
            </a:custGeom>
            <a:solidFill>
              <a:srgbClr val="0088C5">
                <a:alpha val="7450"/>
              </a:srgbClr>
            </a:solidFill>
            <a:ln>
              <a:noFill/>
            </a:ln>
          </p:spPr>
        </p:sp>
        <p:sp>
          <p:nvSpPr>
            <p:cNvPr id="182" name="Google Shape;182;p2"/>
            <p:cNvSpPr/>
            <p:nvPr/>
          </p:nvSpPr>
          <p:spPr>
            <a:xfrm>
              <a:off x="1492504" y="973963"/>
              <a:ext cx="320548" cy="159258"/>
            </a:xfrm>
            <a:custGeom>
              <a:avLst/>
              <a:gdLst/>
              <a:ahLst/>
              <a:cxnLst/>
              <a:rect l="l" t="t" r="r" b="b"/>
              <a:pathLst>
                <a:path w="320548" h="159258" extrusionOk="0">
                  <a:moveTo>
                    <a:pt x="320548" y="762"/>
                  </a:moveTo>
                  <a:lnTo>
                    <a:pt x="60960" y="0"/>
                  </a:lnTo>
                  <a:lnTo>
                    <a:pt x="0" y="94107"/>
                  </a:lnTo>
                  <a:lnTo>
                    <a:pt x="106045" y="159258"/>
                  </a:lnTo>
                  <a:close/>
                </a:path>
              </a:pathLst>
            </a:custGeom>
            <a:solidFill>
              <a:srgbClr val="0088C5">
                <a:alpha val="7450"/>
              </a:srgbClr>
            </a:solidFill>
            <a:ln>
              <a:noFill/>
            </a:ln>
          </p:spPr>
        </p:sp>
        <p:sp>
          <p:nvSpPr>
            <p:cNvPr id="183" name="Google Shape;183;p2"/>
            <p:cNvSpPr/>
            <p:nvPr/>
          </p:nvSpPr>
          <p:spPr>
            <a:xfrm>
              <a:off x="491490" y="983488"/>
              <a:ext cx="325247" cy="161417"/>
            </a:xfrm>
            <a:custGeom>
              <a:avLst/>
              <a:gdLst/>
              <a:ahLst/>
              <a:cxnLst/>
              <a:rect l="l" t="t" r="r" b="b"/>
              <a:pathLst>
                <a:path w="325247" h="161417" extrusionOk="0">
                  <a:moveTo>
                    <a:pt x="0" y="15367"/>
                  </a:moveTo>
                  <a:lnTo>
                    <a:pt x="259207" y="0"/>
                  </a:lnTo>
                  <a:lnTo>
                    <a:pt x="325247" y="90551"/>
                  </a:lnTo>
                  <a:lnTo>
                    <a:pt x="222885" y="161417"/>
                  </a:lnTo>
                  <a:close/>
                </a:path>
              </a:pathLst>
            </a:custGeom>
            <a:solidFill>
              <a:srgbClr val="0088C5">
                <a:alpha val="7450"/>
              </a:srgbClr>
            </a:solidFill>
            <a:ln>
              <a:noFill/>
            </a:ln>
          </p:spPr>
        </p:sp>
        <p:sp>
          <p:nvSpPr>
            <p:cNvPr id="184" name="Google Shape;184;p2"/>
            <p:cNvSpPr/>
            <p:nvPr/>
          </p:nvSpPr>
          <p:spPr>
            <a:xfrm>
              <a:off x="964057" y="501523"/>
              <a:ext cx="161798" cy="326009"/>
            </a:xfrm>
            <a:custGeom>
              <a:avLst/>
              <a:gdLst/>
              <a:ahLst/>
              <a:cxnLst/>
              <a:rect l="l" t="t" r="r" b="b"/>
              <a:pathLst>
                <a:path w="161798" h="326009" extrusionOk="0">
                  <a:moveTo>
                    <a:pt x="18034" y="0"/>
                  </a:moveTo>
                  <a:lnTo>
                    <a:pt x="0" y="259207"/>
                  </a:lnTo>
                  <a:lnTo>
                    <a:pt x="89916" y="326009"/>
                  </a:lnTo>
                  <a:lnTo>
                    <a:pt x="161798" y="224536"/>
                  </a:lnTo>
                  <a:close/>
                </a:path>
              </a:pathLst>
            </a:custGeom>
            <a:solidFill>
              <a:srgbClr val="0088C5">
                <a:alpha val="7450"/>
              </a:srgbClr>
            </a:solidFill>
            <a:ln>
              <a:noFill/>
            </a:ln>
          </p:spPr>
        </p:sp>
        <p:sp>
          <p:nvSpPr>
            <p:cNvPr id="185" name="Google Shape;185;p2"/>
            <p:cNvSpPr/>
            <p:nvPr/>
          </p:nvSpPr>
          <p:spPr>
            <a:xfrm>
              <a:off x="1181735" y="514985"/>
              <a:ext cx="159385" cy="321437"/>
            </a:xfrm>
            <a:custGeom>
              <a:avLst/>
              <a:gdLst/>
              <a:ahLst/>
              <a:cxnLst/>
              <a:rect l="l" t="t" r="r" b="b"/>
              <a:pathLst>
                <a:path w="159385" h="321437" extrusionOk="0">
                  <a:moveTo>
                    <a:pt x="155829" y="0"/>
                  </a:moveTo>
                  <a:lnTo>
                    <a:pt x="159385" y="259715"/>
                  </a:lnTo>
                  <a:lnTo>
                    <a:pt x="66040" y="321437"/>
                  </a:lnTo>
                  <a:lnTo>
                    <a:pt x="0" y="216154"/>
                  </a:lnTo>
                  <a:close/>
                </a:path>
              </a:pathLst>
            </a:custGeom>
            <a:solidFill>
              <a:srgbClr val="0088C5">
                <a:alpha val="7450"/>
              </a:srgbClr>
            </a:solidFill>
            <a:ln>
              <a:noFill/>
            </a:ln>
          </p:spPr>
        </p:sp>
        <p:sp>
          <p:nvSpPr>
            <p:cNvPr id="186" name="Google Shape;186;p2"/>
            <p:cNvSpPr/>
            <p:nvPr/>
          </p:nvSpPr>
          <p:spPr>
            <a:xfrm>
              <a:off x="1264793" y="63500"/>
              <a:ext cx="303276" cy="233553"/>
            </a:xfrm>
            <a:custGeom>
              <a:avLst/>
              <a:gdLst/>
              <a:ahLst/>
              <a:cxnLst/>
              <a:rect l="l" t="t" r="r" b="b"/>
              <a:pathLst>
                <a:path w="303276" h="233553" extrusionOk="0">
                  <a:moveTo>
                    <a:pt x="171450" y="0"/>
                  </a:moveTo>
                  <a:lnTo>
                    <a:pt x="303276" y="132969"/>
                  </a:lnTo>
                  <a:lnTo>
                    <a:pt x="201168" y="107188"/>
                  </a:lnTo>
                  <a:lnTo>
                    <a:pt x="118237" y="233553"/>
                  </a:lnTo>
                  <a:lnTo>
                    <a:pt x="108712" y="85090"/>
                  </a:lnTo>
                  <a:lnTo>
                    <a:pt x="0" y="52324"/>
                  </a:lnTo>
                  <a:close/>
                </a:path>
              </a:pathLst>
            </a:custGeom>
            <a:solidFill>
              <a:srgbClr val="676F74">
                <a:alpha val="7450"/>
              </a:srgbClr>
            </a:solidFill>
            <a:ln>
              <a:noFill/>
            </a:ln>
          </p:spPr>
        </p:sp>
        <p:sp>
          <p:nvSpPr>
            <p:cNvPr id="187" name="Google Shape;187;p2"/>
            <p:cNvSpPr/>
            <p:nvPr/>
          </p:nvSpPr>
          <p:spPr>
            <a:xfrm>
              <a:off x="1787525" y="315468"/>
              <a:ext cx="219075" cy="222504"/>
            </a:xfrm>
            <a:custGeom>
              <a:avLst/>
              <a:gdLst/>
              <a:ahLst/>
              <a:cxnLst/>
              <a:rect l="l" t="t" r="r" b="b"/>
              <a:pathLst>
                <a:path w="219075" h="222504" extrusionOk="0">
                  <a:moveTo>
                    <a:pt x="172847" y="43561"/>
                  </a:moveTo>
                  <a:lnTo>
                    <a:pt x="0" y="0"/>
                  </a:lnTo>
                  <a:lnTo>
                    <a:pt x="71247" y="74549"/>
                  </a:lnTo>
                  <a:lnTo>
                    <a:pt x="1397" y="212598"/>
                  </a:lnTo>
                  <a:lnTo>
                    <a:pt x="135890" y="143129"/>
                  </a:lnTo>
                  <a:lnTo>
                    <a:pt x="219075" y="222504"/>
                  </a:lnTo>
                  <a:close/>
                </a:path>
              </a:pathLst>
            </a:custGeom>
            <a:solidFill>
              <a:srgbClr val="676F74">
                <a:alpha val="7450"/>
              </a:srgbClr>
            </a:solidFill>
            <a:ln>
              <a:noFill/>
            </a:ln>
          </p:spPr>
        </p:sp>
        <p:sp>
          <p:nvSpPr>
            <p:cNvPr id="188" name="Google Shape;188;p2"/>
            <p:cNvSpPr/>
            <p:nvPr/>
          </p:nvSpPr>
          <p:spPr>
            <a:xfrm>
              <a:off x="2026793" y="735076"/>
              <a:ext cx="231013" cy="305435"/>
            </a:xfrm>
            <a:custGeom>
              <a:avLst/>
              <a:gdLst/>
              <a:ahLst/>
              <a:cxnLst/>
              <a:rect l="l" t="t" r="r" b="b"/>
              <a:pathLst>
                <a:path w="231013" h="305435" extrusionOk="0">
                  <a:moveTo>
                    <a:pt x="98552" y="0"/>
                  </a:moveTo>
                  <a:lnTo>
                    <a:pt x="126492" y="103632"/>
                  </a:lnTo>
                  <a:lnTo>
                    <a:pt x="0" y="195707"/>
                  </a:lnTo>
                  <a:lnTo>
                    <a:pt x="153289" y="197231"/>
                  </a:lnTo>
                  <a:lnTo>
                    <a:pt x="183769" y="305435"/>
                  </a:lnTo>
                  <a:lnTo>
                    <a:pt x="231013" y="129540"/>
                  </a:lnTo>
                  <a:close/>
                </a:path>
              </a:pathLst>
            </a:custGeom>
            <a:solidFill>
              <a:srgbClr val="676F74">
                <a:alpha val="7450"/>
              </a:srgbClr>
            </a:solidFill>
            <a:ln>
              <a:noFill/>
            </a:ln>
          </p:spPr>
        </p:sp>
        <p:sp>
          <p:nvSpPr>
            <p:cNvPr id="189" name="Google Shape;189;p2"/>
            <p:cNvSpPr/>
            <p:nvPr/>
          </p:nvSpPr>
          <p:spPr>
            <a:xfrm>
              <a:off x="63500" y="747395"/>
              <a:ext cx="224917" cy="292735"/>
            </a:xfrm>
            <a:custGeom>
              <a:avLst/>
              <a:gdLst/>
              <a:ahLst/>
              <a:cxnLst/>
              <a:rect l="l" t="t" r="r" b="b"/>
              <a:pathLst>
                <a:path w="224917" h="292735" extrusionOk="0">
                  <a:moveTo>
                    <a:pt x="224917" y="193040"/>
                  </a:moveTo>
                  <a:lnTo>
                    <a:pt x="81280" y="197485"/>
                  </a:lnTo>
                  <a:lnTo>
                    <a:pt x="41910" y="292735"/>
                  </a:lnTo>
                  <a:lnTo>
                    <a:pt x="0" y="121285"/>
                  </a:lnTo>
                  <a:lnTo>
                    <a:pt x="130810" y="0"/>
                  </a:lnTo>
                  <a:lnTo>
                    <a:pt x="102997" y="103251"/>
                  </a:lnTo>
                  <a:close/>
                </a:path>
              </a:pathLst>
            </a:custGeom>
            <a:solidFill>
              <a:srgbClr val="676F74">
                <a:alpha val="7450"/>
              </a:srgbClr>
            </a:solidFill>
            <a:ln>
              <a:noFill/>
            </a:ln>
          </p:spPr>
        </p:sp>
        <p:sp>
          <p:nvSpPr>
            <p:cNvPr id="190" name="Google Shape;190;p2"/>
            <p:cNvSpPr/>
            <p:nvPr/>
          </p:nvSpPr>
          <p:spPr>
            <a:xfrm>
              <a:off x="306451" y="327152"/>
              <a:ext cx="218567" cy="218694"/>
            </a:xfrm>
            <a:custGeom>
              <a:avLst/>
              <a:gdLst/>
              <a:ahLst/>
              <a:cxnLst/>
              <a:rect l="l" t="t" r="r" b="b"/>
              <a:pathLst>
                <a:path w="218567" h="218694" extrusionOk="0">
                  <a:moveTo>
                    <a:pt x="37846" y="47117"/>
                  </a:moveTo>
                  <a:lnTo>
                    <a:pt x="0" y="218694"/>
                  </a:lnTo>
                  <a:lnTo>
                    <a:pt x="73406" y="146939"/>
                  </a:lnTo>
                  <a:lnTo>
                    <a:pt x="218567" y="218694"/>
                  </a:lnTo>
                  <a:lnTo>
                    <a:pt x="141859" y="79629"/>
                  </a:lnTo>
                  <a:lnTo>
                    <a:pt x="214249" y="0"/>
                  </a:lnTo>
                  <a:close/>
                </a:path>
              </a:pathLst>
            </a:custGeom>
            <a:solidFill>
              <a:srgbClr val="676F74">
                <a:alpha val="7450"/>
              </a:srgbClr>
            </a:solidFill>
            <a:ln>
              <a:noFill/>
            </a:ln>
          </p:spPr>
        </p:sp>
        <p:sp>
          <p:nvSpPr>
            <p:cNvPr id="191" name="Google Shape;191;p2"/>
            <p:cNvSpPr/>
            <p:nvPr/>
          </p:nvSpPr>
          <p:spPr>
            <a:xfrm>
              <a:off x="726186" y="75184"/>
              <a:ext cx="297180" cy="231648"/>
            </a:xfrm>
            <a:custGeom>
              <a:avLst/>
              <a:gdLst/>
              <a:ahLst/>
              <a:cxnLst/>
              <a:rect l="l" t="t" r="r" b="b"/>
              <a:pathLst>
                <a:path w="297180" h="231648" extrusionOk="0">
                  <a:moveTo>
                    <a:pt x="129032" y="0"/>
                  </a:moveTo>
                  <a:lnTo>
                    <a:pt x="0" y="131699"/>
                  </a:lnTo>
                  <a:lnTo>
                    <a:pt x="101854" y="104140"/>
                  </a:lnTo>
                  <a:lnTo>
                    <a:pt x="195326" y="231648"/>
                  </a:lnTo>
                  <a:lnTo>
                    <a:pt x="202565" y="74676"/>
                  </a:lnTo>
                  <a:lnTo>
                    <a:pt x="297180" y="49276"/>
                  </a:lnTo>
                  <a:close/>
                </a:path>
              </a:pathLst>
            </a:custGeom>
            <a:solidFill>
              <a:srgbClr val="676F74">
                <a:alpha val="7450"/>
              </a:srgbClr>
            </a:solidFill>
            <a:ln>
              <a:noFill/>
            </a:ln>
          </p:spPr>
        </p:sp>
        <p:sp>
          <p:nvSpPr>
            <p:cNvPr id="192" name="Google Shape;192;p2"/>
            <p:cNvSpPr/>
            <p:nvPr/>
          </p:nvSpPr>
          <p:spPr>
            <a:xfrm>
              <a:off x="804418" y="791210"/>
              <a:ext cx="715391" cy="361823"/>
            </a:xfrm>
            <a:custGeom>
              <a:avLst/>
              <a:gdLst/>
              <a:ahLst/>
              <a:cxnLst/>
              <a:rect l="l" t="t" r="r" b="b"/>
              <a:pathLst>
                <a:path w="715391" h="361823" extrusionOk="0">
                  <a:moveTo>
                    <a:pt x="349631" y="0"/>
                  </a:moveTo>
                  <a:lnTo>
                    <a:pt x="281305" y="116586"/>
                  </a:lnTo>
                  <a:lnTo>
                    <a:pt x="156464" y="41402"/>
                  </a:lnTo>
                  <a:lnTo>
                    <a:pt x="149606" y="191897"/>
                  </a:lnTo>
                  <a:lnTo>
                    <a:pt x="33401" y="186563"/>
                  </a:lnTo>
                  <a:lnTo>
                    <a:pt x="81026" y="309372"/>
                  </a:lnTo>
                  <a:lnTo>
                    <a:pt x="0" y="361823"/>
                  </a:lnTo>
                  <a:lnTo>
                    <a:pt x="715391" y="361823"/>
                  </a:lnTo>
                  <a:lnTo>
                    <a:pt x="626491" y="304927"/>
                  </a:lnTo>
                  <a:lnTo>
                    <a:pt x="677545" y="183769"/>
                  </a:lnTo>
                  <a:lnTo>
                    <a:pt x="543306" y="177673"/>
                  </a:lnTo>
                  <a:lnTo>
                    <a:pt x="533654" y="49403"/>
                  </a:lnTo>
                  <a:lnTo>
                    <a:pt x="428244" y="114681"/>
                  </a:lnTo>
                  <a:lnTo>
                    <a:pt x="349631" y="127"/>
                  </a:lnTo>
                  <a:close/>
                </a:path>
              </a:pathLst>
            </a:custGeom>
            <a:solidFill>
              <a:srgbClr val="FFFFFF">
                <a:alpha val="7450"/>
              </a:srgbClr>
            </a:solidFill>
            <a:ln>
              <a:noFill/>
            </a:ln>
          </p:spPr>
        </p:sp>
      </p:grpSp>
      <p:sp>
        <p:nvSpPr>
          <p:cNvPr id="193" name="Google Shape;193;p2"/>
          <p:cNvSpPr/>
          <p:nvPr/>
        </p:nvSpPr>
        <p:spPr>
          <a:xfrm>
            <a:off x="7807528" y="16764000"/>
            <a:ext cx="2138724" cy="1038882"/>
          </a:xfrm>
          <a:custGeom>
            <a:avLst/>
            <a:gdLst/>
            <a:ahLst/>
            <a:cxnLst/>
            <a:rect l="l" t="t" r="r" b="b"/>
            <a:pathLst>
              <a:path w="2138724" h="1038882" extrusionOk="0">
                <a:moveTo>
                  <a:pt x="0" y="0"/>
                </a:moveTo>
                <a:lnTo>
                  <a:pt x="2138725" y="0"/>
                </a:lnTo>
                <a:lnTo>
                  <a:pt x="2138725" y="1038882"/>
                </a:lnTo>
                <a:lnTo>
                  <a:pt x="0" y="1038882"/>
                </a:lnTo>
                <a:lnTo>
                  <a:pt x="0" y="0"/>
                </a:lnTo>
                <a:close/>
              </a:path>
            </a:pathLst>
          </a:custGeom>
          <a:blipFill rotWithShape="1">
            <a:blip r:embed="rId4">
              <a:alphaModFix/>
            </a:blip>
            <a:stretch>
              <a:fillRect/>
            </a:stretch>
          </a:blipFill>
          <a:ln>
            <a:noFill/>
          </a:ln>
        </p:spPr>
      </p:sp>
      <p:sp>
        <p:nvSpPr>
          <p:cNvPr id="194" name="Google Shape;194;p2"/>
          <p:cNvSpPr txBox="1"/>
          <p:nvPr/>
        </p:nvSpPr>
        <p:spPr>
          <a:xfrm>
            <a:off x="4043571" y="11540987"/>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5" name="Google Shape;195;p2"/>
          <p:cNvSpPr txBox="1"/>
          <p:nvPr/>
        </p:nvSpPr>
        <p:spPr>
          <a:xfrm>
            <a:off x="1218908" y="3493383"/>
            <a:ext cx="9068100" cy="12667800"/>
          </a:xfrm>
          <a:prstGeom prst="rect">
            <a:avLst/>
          </a:prstGeom>
          <a:noFill/>
          <a:ln>
            <a:noFill/>
          </a:ln>
        </p:spPr>
        <p:txBody>
          <a:bodyPr spcFirstLastPara="1" wrap="square" lIns="91425" tIns="45700" rIns="91425" bIns="45700" anchor="t" anchorCtr="0">
            <a:spAutoFit/>
          </a:bodyPr>
          <a:lstStyle/>
          <a:p>
            <a:pPr marL="0" marR="0" lvl="0" indent="0" algn="just" rtl="1">
              <a:lnSpc>
                <a:spcPct val="150000"/>
              </a:lnSpc>
              <a:spcBef>
                <a:spcPts val="0"/>
              </a:spcBef>
              <a:spcAft>
                <a:spcPts val="0"/>
              </a:spcAft>
              <a:buNone/>
            </a:pPr>
            <a:r>
              <a:rPr lang="ar-SA" sz="2000" b="1" u="sng" dirty="0">
                <a:solidFill>
                  <a:schemeClr val="dk1"/>
                </a:solidFill>
                <a:latin typeface="Calibri"/>
                <a:ea typeface="Calibri"/>
                <a:cs typeface="Calibri"/>
                <a:sym typeface="Calibri"/>
              </a:rPr>
              <a:t>الأنشطة الاجتماعية:</a:t>
            </a:r>
            <a:endParaRPr dirty="0"/>
          </a:p>
          <a:p>
            <a:pPr marL="0" marR="0" lvl="0" indent="0" algn="just" rtl="1">
              <a:lnSpc>
                <a:spcPct val="150000"/>
              </a:lnSpc>
              <a:spcBef>
                <a:spcPts val="0"/>
              </a:spcBef>
              <a:spcAft>
                <a:spcPts val="0"/>
              </a:spcAft>
              <a:buNone/>
            </a:pPr>
            <a:endParaRPr sz="2000" b="1" u="sng" dirty="0">
              <a:solidFill>
                <a:schemeClr val="dk1"/>
              </a:solidFill>
              <a:latin typeface="Calibri"/>
              <a:ea typeface="Calibri"/>
              <a:cs typeface="Calibri"/>
              <a:sym typeface="Calibri"/>
            </a:endParaRPr>
          </a:p>
          <a:p>
            <a:pPr marL="0" marR="0" lvl="0" indent="0" algn="just" rtl="1">
              <a:lnSpc>
                <a:spcPct val="200000"/>
              </a:lnSpc>
              <a:spcBef>
                <a:spcPts val="0"/>
              </a:spcBef>
              <a:spcAft>
                <a:spcPts val="0"/>
              </a:spcAft>
              <a:buNone/>
            </a:pPr>
            <a:r>
              <a:rPr lang="ar-SA" sz="1800" b="1" dirty="0">
                <a:solidFill>
                  <a:schemeClr val="dk1"/>
                </a:solidFill>
                <a:latin typeface="Calibri"/>
                <a:ea typeface="Calibri"/>
                <a:cs typeface="Calibri"/>
                <a:sym typeface="Calibri"/>
              </a:rPr>
              <a:t>-إفطار الطالب الجامعي </a:t>
            </a:r>
            <a:r>
              <a:rPr lang="ar-SA" sz="1600" b="1" dirty="0">
                <a:solidFill>
                  <a:schemeClr val="dk1"/>
                </a:solidFill>
                <a:latin typeface="Calibri"/>
                <a:ea typeface="Calibri"/>
                <a:cs typeface="Calibri"/>
                <a:sym typeface="Calibri"/>
              </a:rPr>
              <a:t>: </a:t>
            </a:r>
            <a:r>
              <a:rPr lang="ar-SA" sz="1600" dirty="0">
                <a:solidFill>
                  <a:schemeClr val="dk1"/>
                </a:solidFill>
                <a:latin typeface="Calibri"/>
                <a:ea typeface="Calibri"/>
                <a:cs typeface="Calibri"/>
                <a:sym typeface="Calibri"/>
              </a:rPr>
              <a:t>حيث يتم تقديم وجبة الإفطار والعشاء في عين المكان لفائدة الطلبة المحتاجين طيلة شهر رمضان، </a:t>
            </a:r>
            <a:endParaRPr dirty="0"/>
          </a:p>
          <a:p>
            <a:pPr marL="0" marR="0" lvl="0" indent="0" algn="just" rtl="1">
              <a:lnSpc>
                <a:spcPct val="200000"/>
              </a:lnSpc>
              <a:spcBef>
                <a:spcPts val="0"/>
              </a:spcBef>
              <a:spcAft>
                <a:spcPts val="0"/>
              </a:spcAft>
              <a:buNone/>
            </a:pPr>
            <a:r>
              <a:rPr lang="ar-SA" sz="1800" b="1" dirty="0">
                <a:solidFill>
                  <a:schemeClr val="dk1"/>
                </a:solidFill>
                <a:latin typeface="Calibri"/>
                <a:ea typeface="Calibri"/>
                <a:cs typeface="Calibri"/>
                <a:sym typeface="Calibri"/>
              </a:rPr>
              <a:t>وتوزيع قفة رمضان من مواد غذائية للطلبة </a:t>
            </a:r>
            <a:r>
              <a:rPr lang="ar-SA" sz="1600" dirty="0">
                <a:solidFill>
                  <a:schemeClr val="dk1"/>
                </a:solidFill>
                <a:latin typeface="Calibri"/>
                <a:ea typeface="Calibri"/>
                <a:cs typeface="Calibri"/>
                <a:sym typeface="Calibri"/>
              </a:rPr>
              <a:t>الذين لم يستفيدوا من الوجبات الغذائية، ويصل مجموع المستفيدين إلى 2000 طالب.</a:t>
            </a:r>
            <a:endParaRPr dirty="0"/>
          </a:p>
          <a:p>
            <a:pPr marL="0" marR="0" lvl="0" indent="0" algn="just" rtl="1">
              <a:lnSpc>
                <a:spcPct val="200000"/>
              </a:lnSpc>
              <a:spcBef>
                <a:spcPts val="0"/>
              </a:spcBef>
              <a:spcAft>
                <a:spcPts val="0"/>
              </a:spcAft>
              <a:buNone/>
            </a:pPr>
            <a:r>
              <a:rPr lang="ar-SA" sz="1800" b="1" dirty="0">
                <a:solidFill>
                  <a:schemeClr val="dk1"/>
                </a:solidFill>
                <a:latin typeface="Calibri"/>
                <a:ea typeface="Calibri"/>
                <a:cs typeface="Calibri"/>
                <a:sym typeface="Calibri"/>
              </a:rPr>
              <a:t>-دعم السكن </a:t>
            </a:r>
            <a:r>
              <a:rPr lang="ar-SA" sz="1600" dirty="0">
                <a:solidFill>
                  <a:schemeClr val="dk1"/>
                </a:solidFill>
                <a:latin typeface="Calibri"/>
                <a:ea typeface="Calibri"/>
                <a:cs typeface="Calibri"/>
                <a:sym typeface="Calibri"/>
              </a:rPr>
              <a:t>وتوزيع الحواسب بالنسبة لفئة كبيرة من الطلبة الفقراء خلال المرحلة الجامعية.</a:t>
            </a:r>
            <a:endParaRPr dirty="0"/>
          </a:p>
          <a:p>
            <a:pPr marL="0" marR="0" lvl="0" indent="0" algn="just" rtl="1">
              <a:lnSpc>
                <a:spcPct val="200000"/>
              </a:lnSpc>
              <a:spcBef>
                <a:spcPts val="0"/>
              </a:spcBef>
              <a:spcAft>
                <a:spcPts val="0"/>
              </a:spcAft>
              <a:buNone/>
            </a:pPr>
            <a:r>
              <a:rPr lang="ar-SA" sz="1800" b="1" dirty="0">
                <a:solidFill>
                  <a:schemeClr val="dk1"/>
                </a:solidFill>
                <a:latin typeface="Calibri"/>
                <a:ea typeface="Calibri"/>
                <a:cs typeface="Calibri"/>
                <a:sym typeface="Calibri"/>
              </a:rPr>
              <a:t>-توزيع قفة رمضان لساكنة المناطق الجبلية المحتاجة.</a:t>
            </a:r>
            <a:endParaRPr dirty="0"/>
          </a:p>
          <a:p>
            <a:pPr marL="0" marR="0" lvl="0" indent="0" algn="just" rtl="1">
              <a:lnSpc>
                <a:spcPct val="200000"/>
              </a:lnSpc>
              <a:spcBef>
                <a:spcPts val="0"/>
              </a:spcBef>
              <a:spcAft>
                <a:spcPts val="0"/>
              </a:spcAft>
              <a:buNone/>
            </a:pPr>
            <a:r>
              <a:rPr lang="ar-SA" sz="1800" b="1" dirty="0">
                <a:solidFill>
                  <a:schemeClr val="dk1"/>
                </a:solidFill>
                <a:latin typeface="Calibri"/>
                <a:ea typeface="Calibri"/>
                <a:cs typeface="Calibri"/>
                <a:sym typeface="Calibri"/>
              </a:rPr>
              <a:t>-توزيع الملابس الدافئة </a:t>
            </a:r>
            <a:r>
              <a:rPr lang="ar-SA" sz="1600" dirty="0">
                <a:solidFill>
                  <a:schemeClr val="dk1"/>
                </a:solidFill>
                <a:latin typeface="Calibri"/>
                <a:ea typeface="Calibri"/>
                <a:cs typeface="Calibri"/>
                <a:sym typeface="Calibri"/>
              </a:rPr>
              <a:t>لفائدة المناطق النائية الجبلية خلال مرحلة البرد.</a:t>
            </a:r>
            <a:endParaRPr dirty="0"/>
          </a:p>
          <a:p>
            <a:pPr marL="0" marR="0" lvl="0" indent="0" algn="just" rtl="1">
              <a:lnSpc>
                <a:spcPct val="200000"/>
              </a:lnSpc>
              <a:spcBef>
                <a:spcPts val="0"/>
              </a:spcBef>
              <a:spcAft>
                <a:spcPts val="0"/>
              </a:spcAft>
              <a:buNone/>
            </a:pPr>
            <a:r>
              <a:rPr lang="ar-SA" sz="1600" dirty="0">
                <a:solidFill>
                  <a:schemeClr val="dk1"/>
                </a:solidFill>
                <a:latin typeface="Calibri"/>
                <a:ea typeface="Calibri"/>
                <a:cs typeface="Calibri"/>
                <a:sym typeface="Calibri"/>
              </a:rPr>
              <a:t>-تنظيم قوافل طبية بشراكة مع بعض الجمعيات.</a:t>
            </a:r>
            <a:endParaRPr dirty="0"/>
          </a:p>
          <a:p>
            <a:pPr marL="0" marR="0" lvl="0" indent="0" algn="just" rtl="1">
              <a:lnSpc>
                <a:spcPct val="200000"/>
              </a:lnSpc>
              <a:spcBef>
                <a:spcPts val="0"/>
              </a:spcBef>
              <a:spcAft>
                <a:spcPts val="0"/>
              </a:spcAft>
              <a:buNone/>
            </a:pPr>
            <a:r>
              <a:rPr lang="ar-SA" sz="1600" dirty="0">
                <a:solidFill>
                  <a:schemeClr val="dk1"/>
                </a:solidFill>
                <a:latin typeface="Calibri"/>
                <a:ea typeface="Calibri"/>
                <a:cs typeface="Calibri"/>
                <a:sym typeface="Calibri"/>
              </a:rPr>
              <a:t>حفر آبار  بنواحي جهة مراكش.</a:t>
            </a:r>
            <a:endParaRPr dirty="0"/>
          </a:p>
          <a:p>
            <a:pPr marL="0" marR="0" lvl="0" indent="0" algn="just" rtl="1">
              <a:lnSpc>
                <a:spcPct val="200000"/>
              </a:lnSpc>
              <a:spcBef>
                <a:spcPts val="0"/>
              </a:spcBef>
              <a:spcAft>
                <a:spcPts val="0"/>
              </a:spcAft>
              <a:buNone/>
            </a:pPr>
            <a:r>
              <a:rPr lang="ar-SA" sz="1600" dirty="0">
                <a:solidFill>
                  <a:schemeClr val="dk1"/>
                </a:solidFill>
                <a:latin typeface="Calibri"/>
                <a:ea typeface="Calibri"/>
                <a:cs typeface="Calibri"/>
                <a:sym typeface="Calibri"/>
              </a:rPr>
              <a:t>- تقديم مساعدات لإعادة الإعمار بعد زلزال 8  شتنبر 2023 من خلال:</a:t>
            </a:r>
            <a:endParaRPr sz="1600" dirty="0">
              <a:solidFill>
                <a:schemeClr val="dk1"/>
              </a:solidFill>
              <a:latin typeface="Calibri"/>
              <a:ea typeface="Calibri"/>
              <a:cs typeface="Calibri"/>
              <a:sym typeface="Calibri"/>
            </a:endParaRPr>
          </a:p>
          <a:p>
            <a:pPr marL="0" marR="0" lvl="0" indent="0" algn="just" rtl="1">
              <a:lnSpc>
                <a:spcPct val="200000"/>
              </a:lnSpc>
              <a:spcBef>
                <a:spcPts val="0"/>
              </a:spcBef>
              <a:spcAft>
                <a:spcPts val="0"/>
              </a:spcAft>
              <a:buNone/>
            </a:pPr>
            <a:r>
              <a:rPr lang="ar-SA" sz="1600" dirty="0">
                <a:solidFill>
                  <a:schemeClr val="dk1"/>
                </a:solidFill>
                <a:latin typeface="Calibri"/>
                <a:ea typeface="Calibri"/>
                <a:cs typeface="Calibri"/>
                <a:sym typeface="Calibri"/>
              </a:rPr>
              <a:t> بناء "نوالة" من تصميم المهندس (ايلي </a:t>
            </a:r>
            <a:r>
              <a:rPr lang="ar-SA" sz="1600" dirty="0" err="1">
                <a:solidFill>
                  <a:schemeClr val="dk1"/>
                </a:solidFill>
                <a:latin typeface="Calibri"/>
                <a:ea typeface="Calibri"/>
                <a:cs typeface="Calibri"/>
                <a:sym typeface="Calibri"/>
              </a:rPr>
              <a:t>مويال</a:t>
            </a:r>
            <a:r>
              <a:rPr lang="ar-SA"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L="0" marR="0" lvl="0" indent="0" algn="just" rtl="1">
              <a:lnSpc>
                <a:spcPct val="200000"/>
              </a:lnSpc>
              <a:spcBef>
                <a:spcPts val="0"/>
              </a:spcBef>
              <a:spcAft>
                <a:spcPts val="0"/>
              </a:spcAft>
              <a:buNone/>
            </a:pPr>
            <a:r>
              <a:rPr lang="ar-SA" sz="1600" dirty="0">
                <a:solidFill>
                  <a:schemeClr val="dk1"/>
                </a:solidFill>
                <a:latin typeface="Calibri"/>
                <a:ea typeface="Calibri"/>
                <a:cs typeface="Calibri"/>
                <a:sym typeface="Calibri"/>
              </a:rPr>
              <a:t>تركيب 50 بيتا خشبيا .  </a:t>
            </a:r>
            <a:endParaRPr sz="1600" dirty="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r>
              <a:rPr lang="ar-SA" sz="2000" b="1" dirty="0">
                <a:solidFill>
                  <a:schemeClr val="dk1"/>
                </a:solidFill>
                <a:latin typeface="Calibri"/>
                <a:ea typeface="Calibri"/>
                <a:cs typeface="Calibri"/>
                <a:sym typeface="Calibri"/>
              </a:rPr>
              <a:t>الانعكاسات الإيجابية لأنشطة الجمعية:</a:t>
            </a:r>
            <a:endParaRPr dirty="0"/>
          </a:p>
          <a:p>
            <a:pPr marL="0" marR="0" lvl="0" indent="0" algn="just" rtl="1">
              <a:lnSpc>
                <a:spcPct val="150000"/>
              </a:lnSpc>
              <a:spcBef>
                <a:spcPts val="0"/>
              </a:spcBef>
              <a:spcAft>
                <a:spcPts val="0"/>
              </a:spcAft>
              <a:buNone/>
            </a:pPr>
            <a:r>
              <a:rPr lang="ar-SA" sz="1800" b="1" dirty="0">
                <a:solidFill>
                  <a:schemeClr val="dk1"/>
                </a:solidFill>
                <a:latin typeface="Calibri"/>
                <a:ea typeface="Calibri"/>
                <a:cs typeface="Calibri"/>
                <a:sym typeface="Calibri"/>
              </a:rPr>
              <a:t>التنوع الاجتماعي والثقافي</a:t>
            </a:r>
            <a:r>
              <a:rPr lang="ar-SA" sz="1600" dirty="0">
                <a:solidFill>
                  <a:schemeClr val="dk1"/>
                </a:solidFill>
                <a:latin typeface="Calibri"/>
                <a:ea typeface="Calibri"/>
                <a:cs typeface="Calibri"/>
                <a:sym typeface="Calibri"/>
              </a:rPr>
              <a:t>: </a:t>
            </a:r>
            <a:endParaRPr dirty="0"/>
          </a:p>
          <a:p>
            <a:pPr marL="0" marR="0" lvl="0" indent="0" algn="just" rtl="1">
              <a:lnSpc>
                <a:spcPct val="200000"/>
              </a:lnSpc>
              <a:spcBef>
                <a:spcPts val="0"/>
              </a:spcBef>
              <a:spcAft>
                <a:spcPts val="0"/>
              </a:spcAft>
              <a:buNone/>
            </a:pPr>
            <a:r>
              <a:rPr lang="ar-SA" sz="1600" dirty="0">
                <a:solidFill>
                  <a:schemeClr val="dk1"/>
                </a:solidFill>
                <a:latin typeface="Calibri"/>
                <a:ea typeface="Calibri"/>
                <a:cs typeface="Calibri"/>
                <a:sym typeface="Calibri"/>
              </a:rPr>
              <a:t>-يساهم عمل الجمعية في مكافحة التمييز الاجتماعي من خلال تعزيز اللقاءات بين مختلف الفئات الاجتماعية والثقافية، إذ نسعى دائما إلى كسر الحواجز الاجتماعية والاقتصادية والجغرافية ونشجع التماسك الاجتماعي في مدينتنا العريقة مراكش.</a:t>
            </a:r>
            <a:endParaRPr dirty="0"/>
          </a:p>
          <a:p>
            <a:pPr marL="0" marR="0" lvl="0" indent="0" algn="just" rtl="1">
              <a:lnSpc>
                <a:spcPct val="200000"/>
              </a:lnSpc>
              <a:spcBef>
                <a:spcPts val="0"/>
              </a:spcBef>
              <a:spcAft>
                <a:spcPts val="0"/>
              </a:spcAft>
              <a:buNone/>
            </a:pPr>
            <a:r>
              <a:rPr lang="ar-SA" sz="1600" dirty="0">
                <a:solidFill>
                  <a:schemeClr val="dk1"/>
                </a:solidFill>
                <a:latin typeface="Calibri"/>
                <a:ea typeface="Calibri"/>
                <a:cs typeface="Calibri"/>
                <a:sym typeface="Calibri"/>
              </a:rPr>
              <a:t>-يساهم عملنا في دعم الصحة النفسية ومكافحة العزلة الاجتماعية، من خلال أنشطة الجمعية التي تساعد المستفيدين على تجاوز المشاكل الشخصية المحتملة وربطهم ببيئة إيجابية من خلال تقديم الدعم النفسي عند الحاجة بمساعدة أطباء مختصين متطوعين.</a:t>
            </a:r>
            <a:endParaRPr dirty="0"/>
          </a:p>
          <a:p>
            <a:pPr marL="0" marR="0" lvl="0" indent="0" algn="just" rtl="1">
              <a:lnSpc>
                <a:spcPct val="200000"/>
              </a:lnSpc>
              <a:spcBef>
                <a:spcPts val="0"/>
              </a:spcBef>
              <a:spcAft>
                <a:spcPts val="0"/>
              </a:spcAft>
              <a:buNone/>
            </a:pPr>
            <a:r>
              <a:rPr lang="ar-SA" sz="1600" dirty="0">
                <a:solidFill>
                  <a:schemeClr val="dk1"/>
                </a:solidFill>
                <a:latin typeface="Calibri"/>
                <a:ea typeface="Calibri"/>
                <a:cs typeface="Calibri"/>
                <a:sym typeface="Calibri"/>
              </a:rPr>
              <a:t>-تقريب المسافة بين الأجيال: نسعى إلى استقطاب المستفيدين من فئات عمرية مختلفة ونعزز التبادل الثقافي ونقوي الشعور بالانتماء إلى مجتمع متماسك.</a:t>
            </a:r>
            <a:endParaRPr dirty="0"/>
          </a:p>
          <a:p>
            <a:pPr marL="0" marR="0" lvl="0" indent="0" algn="just" rtl="1">
              <a:lnSpc>
                <a:spcPct val="150000"/>
              </a:lnSpc>
              <a:spcBef>
                <a:spcPts val="0"/>
              </a:spcBef>
              <a:spcAft>
                <a:spcPts val="0"/>
              </a:spcAft>
              <a:buNone/>
            </a:pPr>
            <a:endParaRPr sz="1600" dirty="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endParaRPr sz="1600" dirty="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endParaRPr sz="1600" dirty="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endParaRPr sz="1600" dirty="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endParaRPr sz="1600" dirty="0">
              <a:solidFill>
                <a:schemeClr val="dk1"/>
              </a:solidFill>
              <a:latin typeface="Calibri"/>
              <a:ea typeface="Calibri"/>
              <a:cs typeface="Calibri"/>
              <a:sym typeface="Calibri"/>
            </a:endParaRPr>
          </a:p>
          <a:p>
            <a:pPr marL="0" marR="0" lvl="0" indent="0" algn="just" rtl="1">
              <a:lnSpc>
                <a:spcPct val="150000"/>
              </a:lnSpc>
              <a:spcBef>
                <a:spcPts val="0"/>
              </a:spcBef>
              <a:spcAft>
                <a:spcPts val="0"/>
              </a:spcAft>
              <a:buNone/>
            </a:pPr>
            <a:endParaRPr sz="160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grpSp>
        <p:nvGrpSpPr>
          <p:cNvPr id="200" name="Google Shape;200;p3"/>
          <p:cNvGrpSpPr/>
          <p:nvPr/>
        </p:nvGrpSpPr>
        <p:grpSpPr>
          <a:xfrm>
            <a:off x="6646094" y="63500"/>
            <a:ext cx="3654806" cy="3265809"/>
            <a:chOff x="63500" y="63500"/>
            <a:chExt cx="3654806" cy="3265805"/>
          </a:xfrm>
        </p:grpSpPr>
        <p:sp>
          <p:nvSpPr>
            <p:cNvPr id="201" name="Google Shape;201;p3"/>
            <p:cNvSpPr/>
            <p:nvPr/>
          </p:nvSpPr>
          <p:spPr>
            <a:xfrm>
              <a:off x="3665601" y="1409192"/>
              <a:ext cx="52578" cy="89789"/>
            </a:xfrm>
            <a:custGeom>
              <a:avLst/>
              <a:gdLst/>
              <a:ahLst/>
              <a:cxnLst/>
              <a:rect l="l" t="t" r="r" b="b"/>
              <a:pathLst>
                <a:path w="52578" h="89789" extrusionOk="0">
                  <a:moveTo>
                    <a:pt x="0" y="0"/>
                  </a:moveTo>
                  <a:lnTo>
                    <a:pt x="52578" y="89789"/>
                  </a:lnTo>
                  <a:lnTo>
                    <a:pt x="52578" y="0"/>
                  </a:lnTo>
                  <a:close/>
                </a:path>
              </a:pathLst>
            </a:custGeom>
            <a:solidFill>
              <a:srgbClr val="E9EAED">
                <a:alpha val="7450"/>
              </a:srgbClr>
            </a:solidFill>
            <a:ln>
              <a:noFill/>
            </a:ln>
          </p:spPr>
        </p:sp>
        <p:sp>
          <p:nvSpPr>
            <p:cNvPr id="202" name="Google Shape;202;p3"/>
            <p:cNvSpPr/>
            <p:nvPr/>
          </p:nvSpPr>
          <p:spPr>
            <a:xfrm>
              <a:off x="3586607" y="1333119"/>
              <a:ext cx="131699" cy="224790"/>
            </a:xfrm>
            <a:custGeom>
              <a:avLst/>
              <a:gdLst/>
              <a:ahLst/>
              <a:cxnLst/>
              <a:rect l="l" t="t" r="r" b="b"/>
              <a:pathLst>
                <a:path w="131699" h="224790" extrusionOk="0">
                  <a:moveTo>
                    <a:pt x="0" y="0"/>
                  </a:moveTo>
                  <a:lnTo>
                    <a:pt x="131699" y="224790"/>
                  </a:lnTo>
                  <a:lnTo>
                    <a:pt x="131699" y="0"/>
                  </a:lnTo>
                  <a:close/>
                </a:path>
              </a:pathLst>
            </a:custGeom>
            <a:solidFill>
              <a:srgbClr val="37A0B4">
                <a:alpha val="7450"/>
              </a:srgbClr>
            </a:solidFill>
            <a:ln>
              <a:noFill/>
            </a:ln>
          </p:spPr>
        </p:sp>
        <p:sp>
          <p:nvSpPr>
            <p:cNvPr id="203" name="Google Shape;203;p3"/>
            <p:cNvSpPr/>
            <p:nvPr/>
          </p:nvSpPr>
          <p:spPr>
            <a:xfrm>
              <a:off x="3171063" y="1718183"/>
              <a:ext cx="547243" cy="1052322"/>
            </a:xfrm>
            <a:custGeom>
              <a:avLst/>
              <a:gdLst/>
              <a:ahLst/>
              <a:cxnLst/>
              <a:rect l="l" t="t" r="r" b="b"/>
              <a:pathLst>
                <a:path w="547243" h="1052322" extrusionOk="0">
                  <a:moveTo>
                    <a:pt x="0" y="0"/>
                  </a:moveTo>
                  <a:lnTo>
                    <a:pt x="0" y="599186"/>
                  </a:lnTo>
                  <a:lnTo>
                    <a:pt x="291084" y="1052322"/>
                  </a:lnTo>
                  <a:lnTo>
                    <a:pt x="547243" y="989711"/>
                  </a:lnTo>
                  <a:lnTo>
                    <a:pt x="547243" y="301498"/>
                  </a:lnTo>
                  <a:lnTo>
                    <a:pt x="0" y="0"/>
                  </a:lnTo>
                  <a:close/>
                </a:path>
              </a:pathLst>
            </a:custGeom>
            <a:solidFill>
              <a:srgbClr val="9AABC2">
                <a:alpha val="7450"/>
              </a:srgbClr>
            </a:solidFill>
            <a:ln>
              <a:noFill/>
            </a:ln>
          </p:spPr>
        </p:sp>
        <p:sp>
          <p:nvSpPr>
            <p:cNvPr id="204" name="Google Shape;204;p3"/>
            <p:cNvSpPr/>
            <p:nvPr/>
          </p:nvSpPr>
          <p:spPr>
            <a:xfrm>
              <a:off x="2985643" y="2664460"/>
              <a:ext cx="543306" cy="629158"/>
            </a:xfrm>
            <a:custGeom>
              <a:avLst/>
              <a:gdLst/>
              <a:ahLst/>
              <a:cxnLst/>
              <a:rect l="l" t="t" r="r" b="b"/>
              <a:pathLst>
                <a:path w="543306" h="629158" extrusionOk="0">
                  <a:moveTo>
                    <a:pt x="185420" y="287020"/>
                  </a:moveTo>
                  <a:cubicBezTo>
                    <a:pt x="185420" y="327533"/>
                    <a:pt x="157607" y="363220"/>
                    <a:pt x="117094" y="374523"/>
                  </a:cubicBezTo>
                  <a:lnTo>
                    <a:pt x="0" y="407289"/>
                  </a:lnTo>
                  <a:lnTo>
                    <a:pt x="122682" y="442468"/>
                  </a:lnTo>
                  <a:cubicBezTo>
                    <a:pt x="162814" y="454025"/>
                    <a:pt x="190373" y="489458"/>
                    <a:pt x="190373" y="529844"/>
                  </a:cubicBezTo>
                  <a:lnTo>
                    <a:pt x="190373" y="629158"/>
                  </a:lnTo>
                  <a:lnTo>
                    <a:pt x="299466" y="530225"/>
                  </a:lnTo>
                  <a:cubicBezTo>
                    <a:pt x="323215" y="508762"/>
                    <a:pt x="356616" y="500380"/>
                    <a:pt x="388112" y="508254"/>
                  </a:cubicBezTo>
                  <a:lnTo>
                    <a:pt x="504825" y="537083"/>
                  </a:lnTo>
                  <a:lnTo>
                    <a:pt x="457962" y="454533"/>
                  </a:lnTo>
                  <a:cubicBezTo>
                    <a:pt x="438150" y="419481"/>
                    <a:pt x="444246" y="376174"/>
                    <a:pt x="473075" y="347472"/>
                  </a:cubicBezTo>
                  <a:lnTo>
                    <a:pt x="543306" y="277876"/>
                  </a:lnTo>
                  <a:lnTo>
                    <a:pt x="455676" y="299339"/>
                  </a:lnTo>
                  <a:cubicBezTo>
                    <a:pt x="447930" y="301244"/>
                    <a:pt x="440055" y="302133"/>
                    <a:pt x="432308" y="302133"/>
                  </a:cubicBezTo>
                  <a:cubicBezTo>
                    <a:pt x="400050" y="302133"/>
                    <a:pt x="369189" y="286131"/>
                    <a:pt x="351663" y="258826"/>
                  </a:cubicBezTo>
                  <a:lnTo>
                    <a:pt x="185420" y="0"/>
                  </a:lnTo>
                  <a:close/>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3171063" y="1333119"/>
              <a:ext cx="443484" cy="419227"/>
            </a:xfrm>
            <a:custGeom>
              <a:avLst/>
              <a:gdLst/>
              <a:ahLst/>
              <a:cxnLst/>
              <a:rect l="l" t="t" r="r" b="b"/>
              <a:pathLst>
                <a:path w="443484" h="419227" extrusionOk="0">
                  <a:moveTo>
                    <a:pt x="0" y="0"/>
                  </a:moveTo>
                  <a:lnTo>
                    <a:pt x="0" y="174879"/>
                  </a:lnTo>
                  <a:lnTo>
                    <a:pt x="443484" y="419227"/>
                  </a:lnTo>
                  <a:lnTo>
                    <a:pt x="197866" y="0"/>
                  </a:lnTo>
                  <a:close/>
                </a:path>
              </a:pathLst>
            </a:custGeom>
            <a:solidFill>
              <a:srgbClr val="0088C5">
                <a:alpha val="7450"/>
              </a:srgbClr>
            </a:solidFill>
            <a:ln>
              <a:noFill/>
            </a:ln>
          </p:spPr>
        </p:sp>
        <p:sp>
          <p:nvSpPr>
            <p:cNvPr id="206" name="Google Shape;206;p3"/>
            <p:cNvSpPr/>
            <p:nvPr/>
          </p:nvSpPr>
          <p:spPr>
            <a:xfrm>
              <a:off x="2813939" y="1477391"/>
              <a:ext cx="266319" cy="587756"/>
            </a:xfrm>
            <a:custGeom>
              <a:avLst/>
              <a:gdLst/>
              <a:ahLst/>
              <a:cxnLst/>
              <a:rect l="l" t="t" r="r" b="b"/>
              <a:pathLst>
                <a:path w="266319" h="587756" extrusionOk="0">
                  <a:moveTo>
                    <a:pt x="104140" y="0"/>
                  </a:moveTo>
                  <a:lnTo>
                    <a:pt x="0" y="143383"/>
                  </a:lnTo>
                  <a:lnTo>
                    <a:pt x="218059" y="587756"/>
                  </a:lnTo>
                  <a:lnTo>
                    <a:pt x="266319" y="108966"/>
                  </a:lnTo>
                  <a:close/>
                </a:path>
              </a:pathLst>
            </a:custGeom>
            <a:solidFill>
              <a:srgbClr val="0088C5">
                <a:alpha val="7450"/>
              </a:srgbClr>
            </a:solidFill>
            <a:ln>
              <a:noFill/>
            </a:ln>
          </p:spPr>
        </p:sp>
        <p:sp>
          <p:nvSpPr>
            <p:cNvPr id="207" name="Google Shape;207;p3"/>
            <p:cNvSpPr/>
            <p:nvPr/>
          </p:nvSpPr>
          <p:spPr>
            <a:xfrm>
              <a:off x="3408172" y="947166"/>
              <a:ext cx="310134" cy="203708"/>
            </a:xfrm>
            <a:custGeom>
              <a:avLst/>
              <a:gdLst/>
              <a:ahLst/>
              <a:cxnLst/>
              <a:rect l="l" t="t" r="r" b="b"/>
              <a:pathLst>
                <a:path w="310134" h="203708" extrusionOk="0">
                  <a:moveTo>
                    <a:pt x="148209" y="0"/>
                  </a:moveTo>
                  <a:lnTo>
                    <a:pt x="0" y="81407"/>
                  </a:lnTo>
                  <a:lnTo>
                    <a:pt x="71628" y="203708"/>
                  </a:lnTo>
                  <a:lnTo>
                    <a:pt x="310134" y="203708"/>
                  </a:lnTo>
                  <a:lnTo>
                    <a:pt x="310134" y="90043"/>
                  </a:lnTo>
                  <a:lnTo>
                    <a:pt x="148336" y="0"/>
                  </a:lnTo>
                  <a:close/>
                </a:path>
              </a:pathLst>
            </a:custGeom>
            <a:solidFill>
              <a:srgbClr val="0088C5">
                <a:alpha val="7450"/>
              </a:srgbClr>
            </a:solidFill>
            <a:ln>
              <a:noFill/>
            </a:ln>
          </p:spPr>
        </p:sp>
        <p:sp>
          <p:nvSpPr>
            <p:cNvPr id="208" name="Google Shape;208;p3"/>
            <p:cNvSpPr/>
            <p:nvPr/>
          </p:nvSpPr>
          <p:spPr>
            <a:xfrm>
              <a:off x="3586607" y="126111"/>
              <a:ext cx="131699" cy="224790"/>
            </a:xfrm>
            <a:custGeom>
              <a:avLst/>
              <a:gdLst/>
              <a:ahLst/>
              <a:cxnLst/>
              <a:rect l="l" t="t" r="r" b="b"/>
              <a:pathLst>
                <a:path w="131699" h="224790" extrusionOk="0">
                  <a:moveTo>
                    <a:pt x="131699" y="0"/>
                  </a:moveTo>
                  <a:lnTo>
                    <a:pt x="0" y="224790"/>
                  </a:lnTo>
                  <a:lnTo>
                    <a:pt x="131699" y="224790"/>
                  </a:lnTo>
                  <a:lnTo>
                    <a:pt x="131699" y="0"/>
                  </a:lnTo>
                  <a:close/>
                </a:path>
              </a:pathLst>
            </a:custGeom>
            <a:solidFill>
              <a:srgbClr val="A6C5D3">
                <a:alpha val="7450"/>
              </a:srgbClr>
            </a:solidFill>
            <a:ln>
              <a:noFill/>
            </a:ln>
          </p:spPr>
        </p:sp>
        <p:sp>
          <p:nvSpPr>
            <p:cNvPr id="209" name="Google Shape;209;p3"/>
            <p:cNvSpPr/>
            <p:nvPr/>
          </p:nvSpPr>
          <p:spPr>
            <a:xfrm>
              <a:off x="63500" y="63500"/>
              <a:ext cx="606679" cy="449453"/>
            </a:xfrm>
            <a:custGeom>
              <a:avLst/>
              <a:gdLst/>
              <a:ahLst/>
              <a:cxnLst/>
              <a:rect l="l" t="t" r="r" b="b"/>
              <a:pathLst>
                <a:path w="606679" h="449453" extrusionOk="0">
                  <a:moveTo>
                    <a:pt x="78867" y="0"/>
                  </a:moveTo>
                  <a:lnTo>
                    <a:pt x="107950" y="108077"/>
                  </a:lnTo>
                  <a:cubicBezTo>
                    <a:pt x="116205" y="138938"/>
                    <a:pt x="107188" y="171577"/>
                    <a:pt x="84201" y="194437"/>
                  </a:cubicBezTo>
                  <a:lnTo>
                    <a:pt x="0" y="277876"/>
                  </a:lnTo>
                  <a:lnTo>
                    <a:pt x="98679" y="277876"/>
                  </a:lnTo>
                  <a:cubicBezTo>
                    <a:pt x="141224" y="277876"/>
                    <a:pt x="178562" y="305181"/>
                    <a:pt x="189992" y="344551"/>
                  </a:cubicBezTo>
                  <a:lnTo>
                    <a:pt x="220472" y="449453"/>
                  </a:lnTo>
                  <a:lnTo>
                    <a:pt x="250444" y="352552"/>
                  </a:lnTo>
                  <a:cubicBezTo>
                    <a:pt x="262382" y="313944"/>
                    <a:pt x="299339" y="287401"/>
                    <a:pt x="341376" y="287401"/>
                  </a:cubicBezTo>
                  <a:lnTo>
                    <a:pt x="606679" y="287401"/>
                  </a:lnTo>
                  <a:lnTo>
                    <a:pt x="373126" y="157480"/>
                  </a:lnTo>
                  <a:cubicBezTo>
                    <a:pt x="336423" y="137033"/>
                    <a:pt x="318262" y="95631"/>
                    <a:pt x="328676" y="56134"/>
                  </a:cubicBezTo>
                  <a:lnTo>
                    <a:pt x="343535" y="0"/>
                  </a:lnTo>
                  <a:lnTo>
                    <a:pt x="316865" y="0"/>
                  </a:lnTo>
                  <a:lnTo>
                    <a:pt x="283972" y="30988"/>
                  </a:lnTo>
                  <a:cubicBezTo>
                    <a:pt x="265811" y="48133"/>
                    <a:pt x="241808" y="57023"/>
                    <a:pt x="217551" y="57023"/>
                  </a:cubicBezTo>
                  <a:cubicBezTo>
                    <a:pt x="201549" y="57023"/>
                    <a:pt x="185420" y="53086"/>
                    <a:pt x="170688" y="45085"/>
                  </a:cubicBezTo>
                  <a:lnTo>
                    <a:pt x="88138" y="0"/>
                  </a:lnTo>
                  <a:close/>
                </a:path>
              </a:pathLst>
            </a:custGeom>
            <a:solidFill>
              <a:srgbClr val="8BA0B8">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3171063" y="63500"/>
              <a:ext cx="366268" cy="287401"/>
            </a:xfrm>
            <a:custGeom>
              <a:avLst/>
              <a:gdLst/>
              <a:ahLst/>
              <a:cxnLst/>
              <a:rect l="l" t="t" r="r" b="b"/>
              <a:pathLst>
                <a:path w="366268" h="287401" extrusionOk="0">
                  <a:moveTo>
                    <a:pt x="204216" y="0"/>
                  </a:moveTo>
                  <a:lnTo>
                    <a:pt x="0" y="112522"/>
                  </a:lnTo>
                  <a:lnTo>
                    <a:pt x="0" y="287401"/>
                  </a:lnTo>
                  <a:lnTo>
                    <a:pt x="197866" y="287401"/>
                  </a:lnTo>
                  <a:lnTo>
                    <a:pt x="366268" y="0"/>
                  </a:lnTo>
                  <a:close/>
                </a:path>
              </a:pathLst>
            </a:custGeom>
            <a:solidFill>
              <a:srgbClr val="0088C5">
                <a:alpha val="7450"/>
              </a:srgbClr>
            </a:solidFill>
            <a:ln>
              <a:noFill/>
            </a:ln>
          </p:spPr>
        </p:sp>
        <p:sp>
          <p:nvSpPr>
            <p:cNvPr id="211" name="Google Shape;211;p3"/>
            <p:cNvSpPr/>
            <p:nvPr/>
          </p:nvSpPr>
          <p:spPr>
            <a:xfrm>
              <a:off x="3408172" y="533273"/>
              <a:ext cx="310007" cy="203581"/>
            </a:xfrm>
            <a:custGeom>
              <a:avLst/>
              <a:gdLst/>
              <a:ahLst/>
              <a:cxnLst/>
              <a:rect l="l" t="t" r="r" b="b"/>
              <a:pathLst>
                <a:path w="310007" h="203581" extrusionOk="0">
                  <a:moveTo>
                    <a:pt x="71628" y="0"/>
                  </a:moveTo>
                  <a:lnTo>
                    <a:pt x="0" y="122174"/>
                  </a:lnTo>
                  <a:lnTo>
                    <a:pt x="148209" y="203581"/>
                  </a:lnTo>
                  <a:lnTo>
                    <a:pt x="310007" y="113538"/>
                  </a:lnTo>
                  <a:lnTo>
                    <a:pt x="310007" y="0"/>
                  </a:lnTo>
                  <a:close/>
                </a:path>
              </a:pathLst>
            </a:custGeom>
            <a:solidFill>
              <a:srgbClr val="0088C5">
                <a:alpha val="7450"/>
              </a:srgbClr>
            </a:solidFill>
            <a:ln>
              <a:noFill/>
            </a:ln>
          </p:spPr>
        </p:sp>
        <p:sp>
          <p:nvSpPr>
            <p:cNvPr id="212" name="Google Shape;212;p3"/>
            <p:cNvSpPr/>
            <p:nvPr/>
          </p:nvSpPr>
          <p:spPr>
            <a:xfrm>
              <a:off x="1435735" y="1734312"/>
              <a:ext cx="839851" cy="1090041"/>
            </a:xfrm>
            <a:custGeom>
              <a:avLst/>
              <a:gdLst/>
              <a:ahLst/>
              <a:cxnLst/>
              <a:rect l="l" t="t" r="r" b="b"/>
              <a:pathLst>
                <a:path w="839851" h="1090041" extrusionOk="0">
                  <a:moveTo>
                    <a:pt x="795655" y="0"/>
                  </a:moveTo>
                  <a:lnTo>
                    <a:pt x="839851" y="683006"/>
                  </a:lnTo>
                  <a:lnTo>
                    <a:pt x="621919" y="1090041"/>
                  </a:lnTo>
                  <a:lnTo>
                    <a:pt x="246761" y="1016889"/>
                  </a:lnTo>
                  <a:lnTo>
                    <a:pt x="0" y="797306"/>
                  </a:lnTo>
                  <a:lnTo>
                    <a:pt x="238760" y="346964"/>
                  </a:lnTo>
                  <a:close/>
                </a:path>
              </a:pathLst>
            </a:custGeom>
            <a:solidFill>
              <a:srgbClr val="1C7347">
                <a:alpha val="7450"/>
              </a:srgbClr>
            </a:solidFill>
            <a:ln>
              <a:noFill/>
            </a:ln>
          </p:spPr>
        </p:sp>
        <p:sp>
          <p:nvSpPr>
            <p:cNvPr id="213" name="Google Shape;213;p3"/>
            <p:cNvSpPr/>
            <p:nvPr/>
          </p:nvSpPr>
          <p:spPr>
            <a:xfrm>
              <a:off x="2468118" y="1840230"/>
              <a:ext cx="680847" cy="1136269"/>
            </a:xfrm>
            <a:custGeom>
              <a:avLst/>
              <a:gdLst/>
              <a:ahLst/>
              <a:cxnLst/>
              <a:rect l="l" t="t" r="r" b="b"/>
              <a:pathLst>
                <a:path w="680847" h="1136269" extrusionOk="0">
                  <a:moveTo>
                    <a:pt x="668782" y="502793"/>
                  </a:moveTo>
                  <a:lnTo>
                    <a:pt x="680847" y="1035177"/>
                  </a:lnTo>
                  <a:lnTo>
                    <a:pt x="369443" y="1136269"/>
                  </a:lnTo>
                  <a:lnTo>
                    <a:pt x="28829" y="1060958"/>
                  </a:lnTo>
                  <a:lnTo>
                    <a:pt x="0" y="615950"/>
                  </a:lnTo>
                  <a:lnTo>
                    <a:pt x="329819" y="0"/>
                  </a:lnTo>
                  <a:close/>
                </a:path>
              </a:pathLst>
            </a:custGeom>
            <a:solidFill>
              <a:srgbClr val="9AABC2">
                <a:alpha val="7450"/>
              </a:srgbClr>
            </a:solidFill>
            <a:ln>
              <a:noFill/>
            </a:ln>
          </p:spPr>
        </p:sp>
        <p:sp>
          <p:nvSpPr>
            <p:cNvPr id="214" name="Google Shape;214;p3"/>
            <p:cNvSpPr/>
            <p:nvPr/>
          </p:nvSpPr>
          <p:spPr>
            <a:xfrm>
              <a:off x="835533" y="1405509"/>
              <a:ext cx="984377" cy="822325"/>
            </a:xfrm>
            <a:custGeom>
              <a:avLst/>
              <a:gdLst/>
              <a:ahLst/>
              <a:cxnLst/>
              <a:rect l="l" t="t" r="r" b="b"/>
              <a:pathLst>
                <a:path w="984377" h="822325" extrusionOk="0">
                  <a:moveTo>
                    <a:pt x="984250" y="0"/>
                  </a:moveTo>
                  <a:lnTo>
                    <a:pt x="693166" y="549275"/>
                  </a:lnTo>
                  <a:lnTo>
                    <a:pt x="254889" y="822325"/>
                  </a:lnTo>
                  <a:lnTo>
                    <a:pt x="0" y="613156"/>
                  </a:lnTo>
                  <a:lnTo>
                    <a:pt x="984377" y="0"/>
                  </a:lnTo>
                  <a:close/>
                </a:path>
              </a:pathLst>
            </a:custGeom>
            <a:solidFill>
              <a:srgbClr val="AE2724">
                <a:alpha val="7450"/>
              </a:srgbClr>
            </a:solidFill>
            <a:ln>
              <a:noFill/>
            </a:ln>
          </p:spPr>
        </p:sp>
        <p:sp>
          <p:nvSpPr>
            <p:cNvPr id="215" name="Google Shape;215;p3"/>
            <p:cNvSpPr/>
            <p:nvPr/>
          </p:nvSpPr>
          <p:spPr>
            <a:xfrm>
              <a:off x="2414016" y="1517142"/>
              <a:ext cx="265049" cy="583565"/>
            </a:xfrm>
            <a:custGeom>
              <a:avLst/>
              <a:gdLst/>
              <a:ahLst/>
              <a:cxnLst/>
              <a:rect l="l" t="t" r="r" b="b"/>
              <a:pathLst>
                <a:path w="265049" h="583565" extrusionOk="0">
                  <a:moveTo>
                    <a:pt x="166116" y="0"/>
                  </a:moveTo>
                  <a:lnTo>
                    <a:pt x="265049" y="146685"/>
                  </a:lnTo>
                  <a:lnTo>
                    <a:pt x="31115" y="583565"/>
                  </a:lnTo>
                  <a:lnTo>
                    <a:pt x="0" y="103378"/>
                  </a:lnTo>
                  <a:close/>
                </a:path>
              </a:pathLst>
            </a:custGeom>
            <a:solidFill>
              <a:srgbClr val="0088C5">
                <a:alpha val="7450"/>
              </a:srgbClr>
            </a:solidFill>
            <a:ln>
              <a:noFill/>
            </a:ln>
          </p:spPr>
        </p:sp>
        <p:sp>
          <p:nvSpPr>
            <p:cNvPr id="216" name="Google Shape;216;p3"/>
            <p:cNvSpPr/>
            <p:nvPr/>
          </p:nvSpPr>
          <p:spPr>
            <a:xfrm>
              <a:off x="1846453" y="1385570"/>
              <a:ext cx="371475" cy="371348"/>
            </a:xfrm>
            <a:custGeom>
              <a:avLst/>
              <a:gdLst/>
              <a:ahLst/>
              <a:cxnLst/>
              <a:rect l="l" t="t" r="r" b="b"/>
              <a:pathLst>
                <a:path w="371475" h="371348" extrusionOk="0">
                  <a:moveTo>
                    <a:pt x="371475" y="139954"/>
                  </a:moveTo>
                  <a:lnTo>
                    <a:pt x="0" y="371348"/>
                  </a:lnTo>
                  <a:lnTo>
                    <a:pt x="192024" y="9144"/>
                  </a:lnTo>
                  <a:lnTo>
                    <a:pt x="362458" y="0"/>
                  </a:lnTo>
                  <a:close/>
                </a:path>
              </a:pathLst>
            </a:custGeom>
            <a:solidFill>
              <a:srgbClr val="0088C5">
                <a:alpha val="7450"/>
              </a:srgbClr>
            </a:solidFill>
            <a:ln>
              <a:noFill/>
            </a:ln>
          </p:spPr>
        </p:sp>
        <p:sp>
          <p:nvSpPr>
            <p:cNvPr id="217" name="Google Shape;217;p3"/>
            <p:cNvSpPr/>
            <p:nvPr/>
          </p:nvSpPr>
          <p:spPr>
            <a:xfrm>
              <a:off x="1950212" y="2772664"/>
              <a:ext cx="544576" cy="556641"/>
            </a:xfrm>
            <a:custGeom>
              <a:avLst/>
              <a:gdLst/>
              <a:ahLst/>
              <a:cxnLst/>
              <a:rect l="l" t="t" r="r" b="b"/>
              <a:pathLst>
                <a:path w="544576" h="556641" extrusionOk="0">
                  <a:moveTo>
                    <a:pt x="435102" y="290957"/>
                  </a:moveTo>
                  <a:lnTo>
                    <a:pt x="544576" y="315214"/>
                  </a:lnTo>
                  <a:lnTo>
                    <a:pt x="446278" y="347091"/>
                  </a:lnTo>
                  <a:cubicBezTo>
                    <a:pt x="407162" y="359791"/>
                    <a:pt x="381000" y="395351"/>
                    <a:pt x="381762" y="435102"/>
                  </a:cubicBezTo>
                  <a:lnTo>
                    <a:pt x="384048" y="556641"/>
                  </a:lnTo>
                  <a:lnTo>
                    <a:pt x="269113" y="453263"/>
                  </a:lnTo>
                  <a:cubicBezTo>
                    <a:pt x="243967" y="430530"/>
                    <a:pt x="207899" y="422910"/>
                    <a:pt x="175006" y="433070"/>
                  </a:cubicBezTo>
                  <a:lnTo>
                    <a:pt x="93091" y="458597"/>
                  </a:lnTo>
                  <a:lnTo>
                    <a:pt x="117729" y="409067"/>
                  </a:lnTo>
                  <a:cubicBezTo>
                    <a:pt x="135636" y="372999"/>
                    <a:pt x="127127" y="329946"/>
                    <a:pt x="96647" y="302768"/>
                  </a:cubicBezTo>
                  <a:lnTo>
                    <a:pt x="0" y="216662"/>
                  </a:lnTo>
                  <a:lnTo>
                    <a:pt x="139954" y="243967"/>
                  </a:lnTo>
                  <a:cubicBezTo>
                    <a:pt x="181610" y="252095"/>
                    <a:pt x="223647" y="232664"/>
                    <a:pt x="243078" y="196342"/>
                  </a:cubicBezTo>
                  <a:lnTo>
                    <a:pt x="348234" y="0"/>
                  </a:lnTo>
                  <a:lnTo>
                    <a:pt x="361696" y="207645"/>
                  </a:lnTo>
                  <a:cubicBezTo>
                    <a:pt x="364363" y="247904"/>
                    <a:pt x="394081" y="281813"/>
                    <a:pt x="435102" y="290830"/>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853059" y="2279269"/>
              <a:ext cx="503682" cy="522859"/>
            </a:xfrm>
            <a:custGeom>
              <a:avLst/>
              <a:gdLst/>
              <a:ahLst/>
              <a:cxnLst/>
              <a:rect l="l" t="t" r="r" b="b"/>
              <a:pathLst>
                <a:path w="503682" h="522859" extrusionOk="0">
                  <a:moveTo>
                    <a:pt x="121666" y="169799"/>
                  </a:moveTo>
                  <a:lnTo>
                    <a:pt x="87884" y="65786"/>
                  </a:lnTo>
                  <a:lnTo>
                    <a:pt x="167894" y="131445"/>
                  </a:lnTo>
                  <a:cubicBezTo>
                    <a:pt x="199771" y="157607"/>
                    <a:pt x="245745" y="160528"/>
                    <a:pt x="281051" y="138684"/>
                  </a:cubicBezTo>
                  <a:lnTo>
                    <a:pt x="503682" y="0"/>
                  </a:lnTo>
                  <a:lnTo>
                    <a:pt x="381254" y="231140"/>
                  </a:lnTo>
                  <a:cubicBezTo>
                    <a:pt x="361950" y="267462"/>
                    <a:pt x="370205" y="311785"/>
                    <a:pt x="401320" y="339471"/>
                  </a:cubicBezTo>
                  <a:lnTo>
                    <a:pt x="471932" y="402336"/>
                  </a:lnTo>
                  <a:lnTo>
                    <a:pt x="377952" y="383921"/>
                  </a:lnTo>
                  <a:cubicBezTo>
                    <a:pt x="336550" y="375793"/>
                    <a:pt x="294513" y="395097"/>
                    <a:pt x="274955" y="431292"/>
                  </a:cubicBezTo>
                  <a:lnTo>
                    <a:pt x="225425" y="522859"/>
                  </a:lnTo>
                  <a:lnTo>
                    <a:pt x="186690" y="411226"/>
                  </a:lnTo>
                  <a:cubicBezTo>
                    <a:pt x="176149" y="381000"/>
                    <a:pt x="150114" y="358267"/>
                    <a:pt x="117856" y="351155"/>
                  </a:cubicBezTo>
                  <a:lnTo>
                    <a:pt x="0" y="325247"/>
                  </a:lnTo>
                  <a:lnTo>
                    <a:pt x="82677" y="273431"/>
                  </a:lnTo>
                  <a:cubicBezTo>
                    <a:pt x="118364" y="251206"/>
                    <a:pt x="134366" y="208788"/>
                    <a:pt x="121666" y="169672"/>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486029" y="592201"/>
              <a:ext cx="1189736" cy="690118"/>
            </a:xfrm>
            <a:custGeom>
              <a:avLst/>
              <a:gdLst/>
              <a:ahLst/>
              <a:cxnLst/>
              <a:rect l="l" t="t" r="r" b="b"/>
              <a:pathLst>
                <a:path w="1189736" h="690118" extrusionOk="0">
                  <a:moveTo>
                    <a:pt x="1189736" y="317754"/>
                  </a:moveTo>
                  <a:lnTo>
                    <a:pt x="559181" y="0"/>
                  </a:lnTo>
                  <a:lnTo>
                    <a:pt x="83820" y="24892"/>
                  </a:lnTo>
                  <a:lnTo>
                    <a:pt x="0" y="383921"/>
                  </a:lnTo>
                  <a:lnTo>
                    <a:pt x="107696" y="690118"/>
                  </a:lnTo>
                  <a:lnTo>
                    <a:pt x="632841" y="664718"/>
                  </a:lnTo>
                  <a:close/>
                </a:path>
              </a:pathLst>
            </a:custGeom>
            <a:solidFill>
              <a:srgbClr val="A6C5D3">
                <a:alpha val="7450"/>
              </a:srgbClr>
            </a:solidFill>
            <a:ln>
              <a:noFill/>
            </a:ln>
          </p:spPr>
        </p:sp>
        <p:sp>
          <p:nvSpPr>
            <p:cNvPr id="220" name="Google Shape;220;p3"/>
            <p:cNvSpPr/>
            <p:nvPr/>
          </p:nvSpPr>
          <p:spPr>
            <a:xfrm>
              <a:off x="676275" y="63500"/>
              <a:ext cx="1130427" cy="343916"/>
            </a:xfrm>
            <a:custGeom>
              <a:avLst/>
              <a:gdLst/>
              <a:ahLst/>
              <a:cxnLst/>
              <a:rect l="l" t="t" r="r" b="b"/>
              <a:pathLst>
                <a:path w="1130427" h="343916" extrusionOk="0">
                  <a:moveTo>
                    <a:pt x="28067" y="0"/>
                  </a:moveTo>
                  <a:lnTo>
                    <a:pt x="0" y="136779"/>
                  </a:lnTo>
                  <a:lnTo>
                    <a:pt x="410845" y="343916"/>
                  </a:lnTo>
                  <a:lnTo>
                    <a:pt x="1130427" y="306197"/>
                  </a:lnTo>
                  <a:lnTo>
                    <a:pt x="924052" y="0"/>
                  </a:lnTo>
                  <a:close/>
                </a:path>
              </a:pathLst>
            </a:custGeom>
            <a:solidFill>
              <a:srgbClr val="9AABC2">
                <a:alpha val="7450"/>
              </a:srgbClr>
            </a:solidFill>
            <a:ln>
              <a:noFill/>
            </a:ln>
          </p:spPr>
        </p:sp>
        <p:sp>
          <p:nvSpPr>
            <p:cNvPr id="221" name="Google Shape;221;p3"/>
            <p:cNvSpPr/>
            <p:nvPr/>
          </p:nvSpPr>
          <p:spPr>
            <a:xfrm>
              <a:off x="741045" y="1405509"/>
              <a:ext cx="1078865" cy="613156"/>
            </a:xfrm>
            <a:custGeom>
              <a:avLst/>
              <a:gdLst/>
              <a:ahLst/>
              <a:cxnLst/>
              <a:rect l="l" t="t" r="r" b="b"/>
              <a:pathLst>
                <a:path w="1078865" h="613156" extrusionOk="0">
                  <a:moveTo>
                    <a:pt x="1078738" y="0"/>
                  </a:moveTo>
                  <a:lnTo>
                    <a:pt x="438277" y="30988"/>
                  </a:lnTo>
                  <a:lnTo>
                    <a:pt x="0" y="304038"/>
                  </a:lnTo>
                  <a:lnTo>
                    <a:pt x="94488" y="613156"/>
                  </a:lnTo>
                  <a:lnTo>
                    <a:pt x="1078865" y="0"/>
                  </a:lnTo>
                  <a:close/>
                </a:path>
              </a:pathLst>
            </a:custGeom>
            <a:solidFill>
              <a:srgbClr val="AE2724">
                <a:alpha val="7450"/>
              </a:srgbClr>
            </a:solidFill>
            <a:ln>
              <a:noFill/>
            </a:ln>
          </p:spPr>
        </p:sp>
        <p:sp>
          <p:nvSpPr>
            <p:cNvPr id="222" name="Google Shape;222;p3"/>
            <p:cNvSpPr/>
            <p:nvPr/>
          </p:nvSpPr>
          <p:spPr>
            <a:xfrm>
              <a:off x="1415161" y="546100"/>
              <a:ext cx="609346" cy="250063"/>
            </a:xfrm>
            <a:custGeom>
              <a:avLst/>
              <a:gdLst/>
              <a:ahLst/>
              <a:cxnLst/>
              <a:rect l="l" t="t" r="r" b="b"/>
              <a:pathLst>
                <a:path w="609346" h="250063" extrusionOk="0">
                  <a:moveTo>
                    <a:pt x="609346" y="146685"/>
                  </a:moveTo>
                  <a:lnTo>
                    <a:pt x="510413" y="0"/>
                  </a:lnTo>
                  <a:lnTo>
                    <a:pt x="0" y="26670"/>
                  </a:lnTo>
                  <a:lnTo>
                    <a:pt x="443230" y="250063"/>
                  </a:lnTo>
                  <a:close/>
                </a:path>
              </a:pathLst>
            </a:custGeom>
            <a:solidFill>
              <a:srgbClr val="0088C5">
                <a:alpha val="7450"/>
              </a:srgbClr>
            </a:solidFill>
            <a:ln>
              <a:noFill/>
            </a:ln>
          </p:spPr>
        </p:sp>
        <p:sp>
          <p:nvSpPr>
            <p:cNvPr id="223" name="Google Shape;223;p3"/>
            <p:cNvSpPr/>
            <p:nvPr/>
          </p:nvSpPr>
          <p:spPr>
            <a:xfrm>
              <a:off x="2843276" y="63500"/>
              <a:ext cx="191516" cy="84074"/>
            </a:xfrm>
            <a:custGeom>
              <a:avLst/>
              <a:gdLst/>
              <a:ahLst/>
              <a:cxnLst/>
              <a:rect l="l" t="t" r="r" b="b"/>
              <a:pathLst>
                <a:path w="191516" h="84074" extrusionOk="0">
                  <a:moveTo>
                    <a:pt x="0" y="0"/>
                  </a:moveTo>
                  <a:lnTo>
                    <a:pt x="56642" y="84074"/>
                  </a:lnTo>
                  <a:lnTo>
                    <a:pt x="191516" y="0"/>
                  </a:lnTo>
                  <a:close/>
                </a:path>
              </a:pathLst>
            </a:custGeom>
            <a:solidFill>
              <a:srgbClr val="0088C5">
                <a:alpha val="7450"/>
              </a:srgbClr>
            </a:solidFill>
            <a:ln>
              <a:noFill/>
            </a:ln>
          </p:spPr>
        </p:sp>
        <p:sp>
          <p:nvSpPr>
            <p:cNvPr id="224" name="Google Shape;224;p3"/>
            <p:cNvSpPr/>
            <p:nvPr/>
          </p:nvSpPr>
          <p:spPr>
            <a:xfrm>
              <a:off x="1497076" y="1007237"/>
              <a:ext cx="500761" cy="231394"/>
            </a:xfrm>
            <a:custGeom>
              <a:avLst/>
              <a:gdLst/>
              <a:ahLst/>
              <a:cxnLst/>
              <a:rect l="l" t="t" r="r" b="b"/>
              <a:pathLst>
                <a:path w="500761" h="231394" extrusionOk="0">
                  <a:moveTo>
                    <a:pt x="371475" y="0"/>
                  </a:moveTo>
                  <a:lnTo>
                    <a:pt x="0" y="231394"/>
                  </a:lnTo>
                  <a:lnTo>
                    <a:pt x="422402" y="210947"/>
                  </a:lnTo>
                  <a:lnTo>
                    <a:pt x="500761" y="65151"/>
                  </a:lnTo>
                  <a:close/>
                </a:path>
              </a:pathLst>
            </a:custGeom>
            <a:solidFill>
              <a:srgbClr val="0088C5">
                <a:alpha val="7450"/>
              </a:srgbClr>
            </a:solidFill>
            <a:ln>
              <a:noFill/>
            </a:ln>
          </p:spPr>
        </p:sp>
        <p:sp>
          <p:nvSpPr>
            <p:cNvPr id="225" name="Google Shape;225;p3"/>
            <p:cNvSpPr/>
            <p:nvPr/>
          </p:nvSpPr>
          <p:spPr>
            <a:xfrm>
              <a:off x="190881" y="1318387"/>
              <a:ext cx="610235" cy="474345"/>
            </a:xfrm>
            <a:custGeom>
              <a:avLst/>
              <a:gdLst/>
              <a:ahLst/>
              <a:cxnLst/>
              <a:rect l="l" t="t" r="r" b="b"/>
              <a:pathLst>
                <a:path w="610235" h="474345" extrusionOk="0">
                  <a:moveTo>
                    <a:pt x="292862" y="402209"/>
                  </a:moveTo>
                  <a:lnTo>
                    <a:pt x="377825" y="474345"/>
                  </a:lnTo>
                  <a:lnTo>
                    <a:pt x="348234" y="377317"/>
                  </a:lnTo>
                  <a:cubicBezTo>
                    <a:pt x="336423" y="338582"/>
                    <a:pt x="352425" y="297053"/>
                    <a:pt x="387604" y="275082"/>
                  </a:cubicBezTo>
                  <a:lnTo>
                    <a:pt x="610235" y="136398"/>
                  </a:lnTo>
                  <a:lnTo>
                    <a:pt x="340741" y="149479"/>
                  </a:lnTo>
                  <a:cubicBezTo>
                    <a:pt x="298323" y="151511"/>
                    <a:pt x="259715" y="126238"/>
                    <a:pt x="246126" y="87630"/>
                  </a:cubicBezTo>
                  <a:lnTo>
                    <a:pt x="215265" y="0"/>
                  </a:lnTo>
                  <a:lnTo>
                    <a:pt x="194310" y="90043"/>
                  </a:lnTo>
                  <a:cubicBezTo>
                    <a:pt x="185039" y="129667"/>
                    <a:pt x="149606" y="158750"/>
                    <a:pt x="107315" y="161036"/>
                  </a:cubicBezTo>
                  <a:lnTo>
                    <a:pt x="0" y="167005"/>
                  </a:lnTo>
                  <a:lnTo>
                    <a:pt x="90297" y="246634"/>
                  </a:lnTo>
                  <a:cubicBezTo>
                    <a:pt x="114681" y="268224"/>
                    <a:pt x="125603" y="300355"/>
                    <a:pt x="119126" y="331470"/>
                  </a:cubicBezTo>
                  <a:lnTo>
                    <a:pt x="95631" y="445516"/>
                  </a:lnTo>
                  <a:lnTo>
                    <a:pt x="178435" y="393954"/>
                  </a:lnTo>
                  <a:cubicBezTo>
                    <a:pt x="214122" y="371729"/>
                    <a:pt x="260985" y="375031"/>
                    <a:pt x="292862" y="402209"/>
                  </a:cubicBezTo>
                </a:path>
              </a:pathLst>
            </a:custGeom>
            <a:solidFill>
              <a:srgbClr val="6385A1">
                <a:alpha val="7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2359914" y="63500"/>
              <a:ext cx="194183" cy="83185"/>
            </a:xfrm>
            <a:custGeom>
              <a:avLst/>
              <a:gdLst/>
              <a:ahLst/>
              <a:cxnLst/>
              <a:rect l="l" t="t" r="r" b="b"/>
              <a:pathLst>
                <a:path w="194183" h="83185" extrusionOk="0">
                  <a:moveTo>
                    <a:pt x="0" y="0"/>
                  </a:moveTo>
                  <a:lnTo>
                    <a:pt x="254" y="9017"/>
                  </a:lnTo>
                  <a:lnTo>
                    <a:pt x="149606" y="83185"/>
                  </a:lnTo>
                  <a:lnTo>
                    <a:pt x="194183" y="0"/>
                  </a:lnTo>
                  <a:close/>
                </a:path>
              </a:pathLst>
            </a:custGeom>
            <a:solidFill>
              <a:srgbClr val="0088C5">
                <a:alpha val="7450"/>
              </a:srgbClr>
            </a:solidFill>
            <a:ln>
              <a:noFill/>
            </a:ln>
          </p:spPr>
        </p:sp>
        <p:sp>
          <p:nvSpPr>
            <p:cNvPr id="227" name="Google Shape;227;p3"/>
            <p:cNvSpPr/>
            <p:nvPr/>
          </p:nvSpPr>
          <p:spPr>
            <a:xfrm>
              <a:off x="1826260" y="63500"/>
              <a:ext cx="356743" cy="294767"/>
            </a:xfrm>
            <a:custGeom>
              <a:avLst/>
              <a:gdLst/>
              <a:ahLst/>
              <a:cxnLst/>
              <a:rect l="l" t="t" r="r" b="b"/>
              <a:pathLst>
                <a:path w="356743" h="294767" extrusionOk="0">
                  <a:moveTo>
                    <a:pt x="0" y="0"/>
                  </a:moveTo>
                  <a:lnTo>
                    <a:pt x="198628" y="294767"/>
                  </a:lnTo>
                  <a:lnTo>
                    <a:pt x="356743" y="286512"/>
                  </a:lnTo>
                  <a:lnTo>
                    <a:pt x="347345" y="125095"/>
                  </a:lnTo>
                  <a:lnTo>
                    <a:pt x="73025" y="0"/>
                  </a:lnTo>
                  <a:close/>
                </a:path>
              </a:pathLst>
            </a:custGeom>
            <a:solidFill>
              <a:srgbClr val="0088C5">
                <a:alpha val="7450"/>
              </a:srgbClr>
            </a:solidFill>
            <a:ln>
              <a:noFill/>
            </a:ln>
          </p:spPr>
        </p:sp>
      </p:grpSp>
      <p:sp>
        <p:nvSpPr>
          <p:cNvPr id="228" name="Google Shape;228;p3"/>
          <p:cNvSpPr/>
          <p:nvPr/>
        </p:nvSpPr>
        <p:spPr>
          <a:xfrm>
            <a:off x="8747609" y="564586"/>
            <a:ext cx="1243157" cy="688398"/>
          </a:xfrm>
          <a:custGeom>
            <a:avLst/>
            <a:gdLst/>
            <a:ahLst/>
            <a:cxnLst/>
            <a:rect l="l" t="t" r="r" b="b"/>
            <a:pathLst>
              <a:path w="1243157" h="688398" extrusionOk="0">
                <a:moveTo>
                  <a:pt x="0" y="0"/>
                </a:moveTo>
                <a:lnTo>
                  <a:pt x="1243157" y="0"/>
                </a:lnTo>
                <a:lnTo>
                  <a:pt x="1243157" y="688398"/>
                </a:lnTo>
                <a:lnTo>
                  <a:pt x="0" y="688398"/>
                </a:lnTo>
                <a:lnTo>
                  <a:pt x="0" y="0"/>
                </a:lnTo>
                <a:close/>
              </a:path>
            </a:pathLst>
          </a:custGeom>
          <a:blipFill rotWithShape="1">
            <a:blip r:embed="rId3">
              <a:alphaModFix/>
            </a:blip>
            <a:stretch>
              <a:fillRect/>
            </a:stretch>
          </a:blipFill>
          <a:ln>
            <a:noFill/>
          </a:ln>
        </p:spPr>
      </p:sp>
      <p:grpSp>
        <p:nvGrpSpPr>
          <p:cNvPr id="229" name="Google Shape;229;p3"/>
          <p:cNvGrpSpPr/>
          <p:nvPr/>
        </p:nvGrpSpPr>
        <p:grpSpPr>
          <a:xfrm>
            <a:off x="289704" y="16649944"/>
            <a:ext cx="2194297" cy="1089528"/>
            <a:chOff x="63500" y="63500"/>
            <a:chExt cx="2194306" cy="1089533"/>
          </a:xfrm>
        </p:grpSpPr>
        <p:sp>
          <p:nvSpPr>
            <p:cNvPr id="230" name="Google Shape;230;p3"/>
            <p:cNvSpPr/>
            <p:nvPr/>
          </p:nvSpPr>
          <p:spPr>
            <a:xfrm>
              <a:off x="975614" y="147955"/>
              <a:ext cx="348869" cy="526288"/>
            </a:xfrm>
            <a:custGeom>
              <a:avLst/>
              <a:gdLst/>
              <a:ahLst/>
              <a:cxnLst/>
              <a:rect l="l" t="t" r="r" b="b"/>
              <a:pathLst>
                <a:path w="348869" h="526288" extrusionOk="0">
                  <a:moveTo>
                    <a:pt x="171958" y="0"/>
                  </a:moveTo>
                  <a:lnTo>
                    <a:pt x="9271" y="48260"/>
                  </a:lnTo>
                  <a:lnTo>
                    <a:pt x="0" y="251333"/>
                  </a:lnTo>
                  <a:lnTo>
                    <a:pt x="178435" y="526288"/>
                  </a:lnTo>
                  <a:lnTo>
                    <a:pt x="348869" y="254635"/>
                  </a:lnTo>
                  <a:lnTo>
                    <a:pt x="338074" y="46736"/>
                  </a:lnTo>
                  <a:close/>
                </a:path>
              </a:pathLst>
            </a:custGeom>
            <a:solidFill>
              <a:srgbClr val="9AABC2">
                <a:alpha val="7450"/>
              </a:srgbClr>
            </a:solidFill>
            <a:ln>
              <a:noFill/>
            </a:ln>
          </p:spPr>
        </p:sp>
        <p:sp>
          <p:nvSpPr>
            <p:cNvPr id="231" name="Google Shape;231;p3"/>
            <p:cNvSpPr/>
            <p:nvPr/>
          </p:nvSpPr>
          <p:spPr>
            <a:xfrm>
              <a:off x="1387983" y="242189"/>
              <a:ext cx="395224" cy="497078"/>
            </a:xfrm>
            <a:custGeom>
              <a:avLst/>
              <a:gdLst/>
              <a:ahLst/>
              <a:cxnLst/>
              <a:rect l="l" t="t" r="r" b="b"/>
              <a:pathLst>
                <a:path w="395224" h="497078" extrusionOk="0">
                  <a:moveTo>
                    <a:pt x="276479" y="42037"/>
                  </a:moveTo>
                  <a:lnTo>
                    <a:pt x="112014" y="0"/>
                  </a:lnTo>
                  <a:lnTo>
                    <a:pt x="0" y="169545"/>
                  </a:lnTo>
                  <a:lnTo>
                    <a:pt x="12192" y="497078"/>
                  </a:lnTo>
                  <a:lnTo>
                    <a:pt x="297688" y="351155"/>
                  </a:lnTo>
                  <a:lnTo>
                    <a:pt x="395224" y="167132"/>
                  </a:lnTo>
                  <a:close/>
                </a:path>
              </a:pathLst>
            </a:custGeom>
            <a:solidFill>
              <a:srgbClr val="AE2724">
                <a:alpha val="7450"/>
              </a:srgbClr>
            </a:solidFill>
            <a:ln>
              <a:noFill/>
            </a:ln>
          </p:spPr>
        </p:sp>
        <p:sp>
          <p:nvSpPr>
            <p:cNvPr id="232" name="Google Shape;232;p3"/>
            <p:cNvSpPr/>
            <p:nvPr/>
          </p:nvSpPr>
          <p:spPr>
            <a:xfrm>
              <a:off x="516763" y="244094"/>
              <a:ext cx="395224" cy="496570"/>
            </a:xfrm>
            <a:custGeom>
              <a:avLst/>
              <a:gdLst/>
              <a:ahLst/>
              <a:cxnLst/>
              <a:rect l="l" t="t" r="r" b="b"/>
              <a:pathLst>
                <a:path w="395224" h="496570" extrusionOk="0">
                  <a:moveTo>
                    <a:pt x="117729" y="43180"/>
                  </a:moveTo>
                  <a:lnTo>
                    <a:pt x="281940" y="0"/>
                  </a:lnTo>
                  <a:lnTo>
                    <a:pt x="395224" y="168910"/>
                  </a:lnTo>
                  <a:lnTo>
                    <a:pt x="385064" y="496570"/>
                  </a:lnTo>
                  <a:lnTo>
                    <a:pt x="98298" y="352552"/>
                  </a:lnTo>
                  <a:lnTo>
                    <a:pt x="0" y="169037"/>
                  </a:lnTo>
                  <a:close/>
                </a:path>
              </a:pathLst>
            </a:custGeom>
            <a:solidFill>
              <a:srgbClr val="A6C5D3">
                <a:alpha val="7450"/>
              </a:srgbClr>
            </a:solidFill>
            <a:ln>
              <a:noFill/>
            </a:ln>
          </p:spPr>
        </p:sp>
        <p:sp>
          <p:nvSpPr>
            <p:cNvPr id="233" name="Google Shape;233;p3"/>
            <p:cNvSpPr/>
            <p:nvPr/>
          </p:nvSpPr>
          <p:spPr>
            <a:xfrm>
              <a:off x="1578610" y="539369"/>
              <a:ext cx="497840" cy="396875"/>
            </a:xfrm>
            <a:custGeom>
              <a:avLst/>
              <a:gdLst/>
              <a:ahLst/>
              <a:cxnLst/>
              <a:rect l="l" t="t" r="r" b="b"/>
              <a:pathLst>
                <a:path w="497840" h="396875" extrusionOk="0">
                  <a:moveTo>
                    <a:pt x="460375" y="120396"/>
                  </a:moveTo>
                  <a:lnTo>
                    <a:pt x="340487" y="0"/>
                  </a:lnTo>
                  <a:lnTo>
                    <a:pt x="157353" y="88265"/>
                  </a:lnTo>
                  <a:lnTo>
                    <a:pt x="0" y="375793"/>
                  </a:lnTo>
                  <a:lnTo>
                    <a:pt x="320040" y="396875"/>
                  </a:lnTo>
                  <a:lnTo>
                    <a:pt x="497840" y="288671"/>
                  </a:lnTo>
                  <a:close/>
                </a:path>
              </a:pathLst>
            </a:custGeom>
            <a:solidFill>
              <a:srgbClr val="1C7347">
                <a:alpha val="7450"/>
              </a:srgbClr>
            </a:solidFill>
            <a:ln>
              <a:noFill/>
            </a:ln>
          </p:spPr>
        </p:sp>
        <p:sp>
          <p:nvSpPr>
            <p:cNvPr id="234" name="Google Shape;234;p3"/>
            <p:cNvSpPr/>
            <p:nvPr/>
          </p:nvSpPr>
          <p:spPr>
            <a:xfrm>
              <a:off x="227330" y="540131"/>
              <a:ext cx="493268" cy="397383"/>
            </a:xfrm>
            <a:custGeom>
              <a:avLst/>
              <a:gdLst/>
              <a:ahLst/>
              <a:cxnLst/>
              <a:rect l="l" t="t" r="r" b="b"/>
              <a:pathLst>
                <a:path w="493268" h="397383" extrusionOk="0">
                  <a:moveTo>
                    <a:pt x="45974" y="114427"/>
                  </a:moveTo>
                  <a:lnTo>
                    <a:pt x="171196" y="0"/>
                  </a:lnTo>
                  <a:lnTo>
                    <a:pt x="349885" y="96901"/>
                  </a:lnTo>
                  <a:lnTo>
                    <a:pt x="493268" y="391668"/>
                  </a:lnTo>
                  <a:lnTo>
                    <a:pt x="172593" y="397383"/>
                  </a:lnTo>
                  <a:lnTo>
                    <a:pt x="0" y="280797"/>
                  </a:lnTo>
                  <a:close/>
                </a:path>
              </a:pathLst>
            </a:custGeom>
            <a:solidFill>
              <a:srgbClr val="006B8B">
                <a:alpha val="7450"/>
              </a:srgbClr>
            </a:solidFill>
            <a:ln>
              <a:noFill/>
            </a:ln>
          </p:spPr>
        </p:sp>
        <p:sp>
          <p:nvSpPr>
            <p:cNvPr id="235" name="Google Shape;235;p3"/>
            <p:cNvSpPr/>
            <p:nvPr/>
          </p:nvSpPr>
          <p:spPr>
            <a:xfrm>
              <a:off x="1660652" y="982853"/>
              <a:ext cx="515747" cy="170053"/>
            </a:xfrm>
            <a:custGeom>
              <a:avLst/>
              <a:gdLst/>
              <a:ahLst/>
              <a:cxnLst/>
              <a:rect l="l" t="t" r="r" b="b"/>
              <a:pathLst>
                <a:path w="515747" h="170053" extrusionOk="0">
                  <a:moveTo>
                    <a:pt x="266954" y="0"/>
                  </a:moveTo>
                  <a:lnTo>
                    <a:pt x="0" y="170053"/>
                  </a:lnTo>
                  <a:lnTo>
                    <a:pt x="515747" y="170053"/>
                  </a:lnTo>
                  <a:lnTo>
                    <a:pt x="469900" y="11049"/>
                  </a:lnTo>
                  <a:lnTo>
                    <a:pt x="267081" y="0"/>
                  </a:lnTo>
                  <a:close/>
                </a:path>
              </a:pathLst>
            </a:custGeom>
            <a:solidFill>
              <a:srgbClr val="9AABC2">
                <a:alpha val="7450"/>
              </a:srgbClr>
            </a:solidFill>
            <a:ln>
              <a:noFill/>
            </a:ln>
          </p:spPr>
        </p:sp>
        <p:sp>
          <p:nvSpPr>
            <p:cNvPr id="236" name="Google Shape;236;p3"/>
            <p:cNvSpPr/>
            <p:nvPr/>
          </p:nvSpPr>
          <p:spPr>
            <a:xfrm>
              <a:off x="147066" y="996823"/>
              <a:ext cx="484886" cy="156210"/>
            </a:xfrm>
            <a:custGeom>
              <a:avLst/>
              <a:gdLst/>
              <a:ahLst/>
              <a:cxnLst/>
              <a:rect l="l" t="t" r="r" b="b"/>
              <a:pathLst>
                <a:path w="484886" h="156210" extrusionOk="0">
                  <a:moveTo>
                    <a:pt x="248793" y="0"/>
                  </a:moveTo>
                  <a:lnTo>
                    <a:pt x="45593" y="7493"/>
                  </a:lnTo>
                  <a:lnTo>
                    <a:pt x="0" y="156210"/>
                  </a:lnTo>
                  <a:lnTo>
                    <a:pt x="484886" y="156210"/>
                  </a:lnTo>
                  <a:lnTo>
                    <a:pt x="248793" y="0"/>
                  </a:lnTo>
                  <a:close/>
                </a:path>
              </a:pathLst>
            </a:custGeom>
            <a:solidFill>
              <a:srgbClr val="AE2724">
                <a:alpha val="7450"/>
              </a:srgbClr>
            </a:solidFill>
            <a:ln>
              <a:noFill/>
            </a:ln>
          </p:spPr>
        </p:sp>
        <p:sp>
          <p:nvSpPr>
            <p:cNvPr id="237" name="Google Shape;237;p3"/>
            <p:cNvSpPr/>
            <p:nvPr/>
          </p:nvSpPr>
          <p:spPr>
            <a:xfrm>
              <a:off x="670179" y="681101"/>
              <a:ext cx="236982" cy="241554"/>
            </a:xfrm>
            <a:custGeom>
              <a:avLst/>
              <a:gdLst/>
              <a:ahLst/>
              <a:cxnLst/>
              <a:rect l="l" t="t" r="r" b="b"/>
              <a:pathLst>
                <a:path w="236982" h="241554" extrusionOk="0">
                  <a:moveTo>
                    <a:pt x="0" y="0"/>
                  </a:moveTo>
                  <a:lnTo>
                    <a:pt x="228727" y="123190"/>
                  </a:lnTo>
                  <a:lnTo>
                    <a:pt x="236982" y="234950"/>
                  </a:lnTo>
                  <a:lnTo>
                    <a:pt x="112903" y="241554"/>
                  </a:lnTo>
                  <a:close/>
                </a:path>
              </a:pathLst>
            </a:custGeom>
            <a:solidFill>
              <a:srgbClr val="0088C5">
                <a:alpha val="7450"/>
              </a:srgbClr>
            </a:solidFill>
            <a:ln>
              <a:noFill/>
            </a:ln>
          </p:spPr>
        </p:sp>
        <p:sp>
          <p:nvSpPr>
            <p:cNvPr id="238" name="Google Shape;238;p3"/>
            <p:cNvSpPr/>
            <p:nvPr/>
          </p:nvSpPr>
          <p:spPr>
            <a:xfrm>
              <a:off x="1410081" y="667893"/>
              <a:ext cx="239268" cy="240538"/>
            </a:xfrm>
            <a:custGeom>
              <a:avLst/>
              <a:gdLst/>
              <a:ahLst/>
              <a:cxnLst/>
              <a:rect l="l" t="t" r="r" b="b"/>
              <a:pathLst>
                <a:path w="239268" h="240538" extrusionOk="0">
                  <a:moveTo>
                    <a:pt x="239268" y="0"/>
                  </a:moveTo>
                  <a:lnTo>
                    <a:pt x="9398" y="121285"/>
                  </a:lnTo>
                  <a:lnTo>
                    <a:pt x="0" y="232918"/>
                  </a:lnTo>
                  <a:lnTo>
                    <a:pt x="124206" y="240538"/>
                  </a:lnTo>
                  <a:close/>
                </a:path>
              </a:pathLst>
            </a:custGeom>
            <a:solidFill>
              <a:srgbClr val="0088C5">
                <a:alpha val="7450"/>
              </a:srgbClr>
            </a:solidFill>
            <a:ln>
              <a:noFill/>
            </a:ln>
          </p:spPr>
        </p:sp>
        <p:sp>
          <p:nvSpPr>
            <p:cNvPr id="239" name="Google Shape;239;p3"/>
            <p:cNvSpPr/>
            <p:nvPr/>
          </p:nvSpPr>
          <p:spPr>
            <a:xfrm>
              <a:off x="1492504" y="973963"/>
              <a:ext cx="320548" cy="159258"/>
            </a:xfrm>
            <a:custGeom>
              <a:avLst/>
              <a:gdLst/>
              <a:ahLst/>
              <a:cxnLst/>
              <a:rect l="l" t="t" r="r" b="b"/>
              <a:pathLst>
                <a:path w="320548" h="159258" extrusionOk="0">
                  <a:moveTo>
                    <a:pt x="320548" y="762"/>
                  </a:moveTo>
                  <a:lnTo>
                    <a:pt x="60960" y="0"/>
                  </a:lnTo>
                  <a:lnTo>
                    <a:pt x="0" y="94107"/>
                  </a:lnTo>
                  <a:lnTo>
                    <a:pt x="106045" y="159258"/>
                  </a:lnTo>
                  <a:close/>
                </a:path>
              </a:pathLst>
            </a:custGeom>
            <a:solidFill>
              <a:srgbClr val="0088C5">
                <a:alpha val="7450"/>
              </a:srgbClr>
            </a:solidFill>
            <a:ln>
              <a:noFill/>
            </a:ln>
          </p:spPr>
        </p:sp>
        <p:sp>
          <p:nvSpPr>
            <p:cNvPr id="240" name="Google Shape;240;p3"/>
            <p:cNvSpPr/>
            <p:nvPr/>
          </p:nvSpPr>
          <p:spPr>
            <a:xfrm>
              <a:off x="491490" y="983488"/>
              <a:ext cx="325247" cy="161417"/>
            </a:xfrm>
            <a:custGeom>
              <a:avLst/>
              <a:gdLst/>
              <a:ahLst/>
              <a:cxnLst/>
              <a:rect l="l" t="t" r="r" b="b"/>
              <a:pathLst>
                <a:path w="325247" h="161417" extrusionOk="0">
                  <a:moveTo>
                    <a:pt x="0" y="15367"/>
                  </a:moveTo>
                  <a:lnTo>
                    <a:pt x="259207" y="0"/>
                  </a:lnTo>
                  <a:lnTo>
                    <a:pt x="325247" y="90551"/>
                  </a:lnTo>
                  <a:lnTo>
                    <a:pt x="222885" y="161417"/>
                  </a:lnTo>
                  <a:close/>
                </a:path>
              </a:pathLst>
            </a:custGeom>
            <a:solidFill>
              <a:srgbClr val="0088C5">
                <a:alpha val="7450"/>
              </a:srgbClr>
            </a:solidFill>
            <a:ln>
              <a:noFill/>
            </a:ln>
          </p:spPr>
        </p:sp>
        <p:sp>
          <p:nvSpPr>
            <p:cNvPr id="241" name="Google Shape;241;p3"/>
            <p:cNvSpPr/>
            <p:nvPr/>
          </p:nvSpPr>
          <p:spPr>
            <a:xfrm>
              <a:off x="964057" y="501523"/>
              <a:ext cx="161798" cy="326009"/>
            </a:xfrm>
            <a:custGeom>
              <a:avLst/>
              <a:gdLst/>
              <a:ahLst/>
              <a:cxnLst/>
              <a:rect l="l" t="t" r="r" b="b"/>
              <a:pathLst>
                <a:path w="161798" h="326009" extrusionOk="0">
                  <a:moveTo>
                    <a:pt x="18034" y="0"/>
                  </a:moveTo>
                  <a:lnTo>
                    <a:pt x="0" y="259207"/>
                  </a:lnTo>
                  <a:lnTo>
                    <a:pt x="89916" y="326009"/>
                  </a:lnTo>
                  <a:lnTo>
                    <a:pt x="161798" y="224536"/>
                  </a:lnTo>
                  <a:close/>
                </a:path>
              </a:pathLst>
            </a:custGeom>
            <a:solidFill>
              <a:srgbClr val="0088C5">
                <a:alpha val="7450"/>
              </a:srgbClr>
            </a:solidFill>
            <a:ln>
              <a:noFill/>
            </a:ln>
          </p:spPr>
        </p:sp>
        <p:sp>
          <p:nvSpPr>
            <p:cNvPr id="242" name="Google Shape;242;p3"/>
            <p:cNvSpPr/>
            <p:nvPr/>
          </p:nvSpPr>
          <p:spPr>
            <a:xfrm>
              <a:off x="1181735" y="514985"/>
              <a:ext cx="159385" cy="321437"/>
            </a:xfrm>
            <a:custGeom>
              <a:avLst/>
              <a:gdLst/>
              <a:ahLst/>
              <a:cxnLst/>
              <a:rect l="l" t="t" r="r" b="b"/>
              <a:pathLst>
                <a:path w="159385" h="321437" extrusionOk="0">
                  <a:moveTo>
                    <a:pt x="155829" y="0"/>
                  </a:moveTo>
                  <a:lnTo>
                    <a:pt x="159385" y="259715"/>
                  </a:lnTo>
                  <a:lnTo>
                    <a:pt x="66040" y="321437"/>
                  </a:lnTo>
                  <a:lnTo>
                    <a:pt x="0" y="216154"/>
                  </a:lnTo>
                  <a:close/>
                </a:path>
              </a:pathLst>
            </a:custGeom>
            <a:solidFill>
              <a:srgbClr val="0088C5">
                <a:alpha val="7450"/>
              </a:srgbClr>
            </a:solidFill>
            <a:ln>
              <a:noFill/>
            </a:ln>
          </p:spPr>
        </p:sp>
        <p:sp>
          <p:nvSpPr>
            <p:cNvPr id="243" name="Google Shape;243;p3"/>
            <p:cNvSpPr/>
            <p:nvPr/>
          </p:nvSpPr>
          <p:spPr>
            <a:xfrm>
              <a:off x="1264793" y="63500"/>
              <a:ext cx="303276" cy="233553"/>
            </a:xfrm>
            <a:custGeom>
              <a:avLst/>
              <a:gdLst/>
              <a:ahLst/>
              <a:cxnLst/>
              <a:rect l="l" t="t" r="r" b="b"/>
              <a:pathLst>
                <a:path w="303276" h="233553" extrusionOk="0">
                  <a:moveTo>
                    <a:pt x="171450" y="0"/>
                  </a:moveTo>
                  <a:lnTo>
                    <a:pt x="303276" y="132969"/>
                  </a:lnTo>
                  <a:lnTo>
                    <a:pt x="201168" y="107188"/>
                  </a:lnTo>
                  <a:lnTo>
                    <a:pt x="118237" y="233553"/>
                  </a:lnTo>
                  <a:lnTo>
                    <a:pt x="108712" y="85090"/>
                  </a:lnTo>
                  <a:lnTo>
                    <a:pt x="0" y="52324"/>
                  </a:lnTo>
                  <a:close/>
                </a:path>
              </a:pathLst>
            </a:custGeom>
            <a:solidFill>
              <a:srgbClr val="676F74">
                <a:alpha val="7450"/>
              </a:srgbClr>
            </a:solidFill>
            <a:ln>
              <a:noFill/>
            </a:ln>
          </p:spPr>
        </p:sp>
        <p:sp>
          <p:nvSpPr>
            <p:cNvPr id="244" name="Google Shape;244;p3"/>
            <p:cNvSpPr/>
            <p:nvPr/>
          </p:nvSpPr>
          <p:spPr>
            <a:xfrm>
              <a:off x="1787525" y="315468"/>
              <a:ext cx="219075" cy="222504"/>
            </a:xfrm>
            <a:custGeom>
              <a:avLst/>
              <a:gdLst/>
              <a:ahLst/>
              <a:cxnLst/>
              <a:rect l="l" t="t" r="r" b="b"/>
              <a:pathLst>
                <a:path w="219075" h="222504" extrusionOk="0">
                  <a:moveTo>
                    <a:pt x="172847" y="43561"/>
                  </a:moveTo>
                  <a:lnTo>
                    <a:pt x="0" y="0"/>
                  </a:lnTo>
                  <a:lnTo>
                    <a:pt x="71247" y="74549"/>
                  </a:lnTo>
                  <a:lnTo>
                    <a:pt x="1397" y="212598"/>
                  </a:lnTo>
                  <a:lnTo>
                    <a:pt x="135890" y="143129"/>
                  </a:lnTo>
                  <a:lnTo>
                    <a:pt x="219075" y="222504"/>
                  </a:lnTo>
                  <a:close/>
                </a:path>
              </a:pathLst>
            </a:custGeom>
            <a:solidFill>
              <a:srgbClr val="676F74">
                <a:alpha val="7450"/>
              </a:srgbClr>
            </a:solidFill>
            <a:ln>
              <a:noFill/>
            </a:ln>
          </p:spPr>
        </p:sp>
        <p:sp>
          <p:nvSpPr>
            <p:cNvPr id="245" name="Google Shape;245;p3"/>
            <p:cNvSpPr/>
            <p:nvPr/>
          </p:nvSpPr>
          <p:spPr>
            <a:xfrm>
              <a:off x="2026793" y="735076"/>
              <a:ext cx="231013" cy="305435"/>
            </a:xfrm>
            <a:custGeom>
              <a:avLst/>
              <a:gdLst/>
              <a:ahLst/>
              <a:cxnLst/>
              <a:rect l="l" t="t" r="r" b="b"/>
              <a:pathLst>
                <a:path w="231013" h="305435" extrusionOk="0">
                  <a:moveTo>
                    <a:pt x="98552" y="0"/>
                  </a:moveTo>
                  <a:lnTo>
                    <a:pt x="126492" y="103632"/>
                  </a:lnTo>
                  <a:lnTo>
                    <a:pt x="0" y="195707"/>
                  </a:lnTo>
                  <a:lnTo>
                    <a:pt x="153289" y="197231"/>
                  </a:lnTo>
                  <a:lnTo>
                    <a:pt x="183769" y="305435"/>
                  </a:lnTo>
                  <a:lnTo>
                    <a:pt x="231013" y="129540"/>
                  </a:lnTo>
                  <a:close/>
                </a:path>
              </a:pathLst>
            </a:custGeom>
            <a:solidFill>
              <a:srgbClr val="676F74">
                <a:alpha val="7450"/>
              </a:srgbClr>
            </a:solidFill>
            <a:ln>
              <a:noFill/>
            </a:ln>
          </p:spPr>
        </p:sp>
        <p:sp>
          <p:nvSpPr>
            <p:cNvPr id="246" name="Google Shape;246;p3"/>
            <p:cNvSpPr/>
            <p:nvPr/>
          </p:nvSpPr>
          <p:spPr>
            <a:xfrm>
              <a:off x="63500" y="747395"/>
              <a:ext cx="224917" cy="292735"/>
            </a:xfrm>
            <a:custGeom>
              <a:avLst/>
              <a:gdLst/>
              <a:ahLst/>
              <a:cxnLst/>
              <a:rect l="l" t="t" r="r" b="b"/>
              <a:pathLst>
                <a:path w="224917" h="292735" extrusionOk="0">
                  <a:moveTo>
                    <a:pt x="224917" y="193040"/>
                  </a:moveTo>
                  <a:lnTo>
                    <a:pt x="81280" y="197485"/>
                  </a:lnTo>
                  <a:lnTo>
                    <a:pt x="41910" y="292735"/>
                  </a:lnTo>
                  <a:lnTo>
                    <a:pt x="0" y="121285"/>
                  </a:lnTo>
                  <a:lnTo>
                    <a:pt x="130810" y="0"/>
                  </a:lnTo>
                  <a:lnTo>
                    <a:pt x="102997" y="103251"/>
                  </a:lnTo>
                  <a:close/>
                </a:path>
              </a:pathLst>
            </a:custGeom>
            <a:solidFill>
              <a:srgbClr val="676F74">
                <a:alpha val="7450"/>
              </a:srgbClr>
            </a:solidFill>
            <a:ln>
              <a:noFill/>
            </a:ln>
          </p:spPr>
        </p:sp>
        <p:sp>
          <p:nvSpPr>
            <p:cNvPr id="247" name="Google Shape;247;p3"/>
            <p:cNvSpPr/>
            <p:nvPr/>
          </p:nvSpPr>
          <p:spPr>
            <a:xfrm>
              <a:off x="306451" y="327152"/>
              <a:ext cx="218567" cy="218694"/>
            </a:xfrm>
            <a:custGeom>
              <a:avLst/>
              <a:gdLst/>
              <a:ahLst/>
              <a:cxnLst/>
              <a:rect l="l" t="t" r="r" b="b"/>
              <a:pathLst>
                <a:path w="218567" h="218694" extrusionOk="0">
                  <a:moveTo>
                    <a:pt x="37846" y="47117"/>
                  </a:moveTo>
                  <a:lnTo>
                    <a:pt x="0" y="218694"/>
                  </a:lnTo>
                  <a:lnTo>
                    <a:pt x="73406" y="146939"/>
                  </a:lnTo>
                  <a:lnTo>
                    <a:pt x="218567" y="218694"/>
                  </a:lnTo>
                  <a:lnTo>
                    <a:pt x="141859" y="79629"/>
                  </a:lnTo>
                  <a:lnTo>
                    <a:pt x="214249" y="0"/>
                  </a:lnTo>
                  <a:close/>
                </a:path>
              </a:pathLst>
            </a:custGeom>
            <a:solidFill>
              <a:srgbClr val="676F74">
                <a:alpha val="7450"/>
              </a:srgbClr>
            </a:solidFill>
            <a:ln>
              <a:noFill/>
            </a:ln>
          </p:spPr>
        </p:sp>
        <p:sp>
          <p:nvSpPr>
            <p:cNvPr id="248" name="Google Shape;248;p3"/>
            <p:cNvSpPr/>
            <p:nvPr/>
          </p:nvSpPr>
          <p:spPr>
            <a:xfrm>
              <a:off x="726186" y="75184"/>
              <a:ext cx="297180" cy="231648"/>
            </a:xfrm>
            <a:custGeom>
              <a:avLst/>
              <a:gdLst/>
              <a:ahLst/>
              <a:cxnLst/>
              <a:rect l="l" t="t" r="r" b="b"/>
              <a:pathLst>
                <a:path w="297180" h="231648" extrusionOk="0">
                  <a:moveTo>
                    <a:pt x="129032" y="0"/>
                  </a:moveTo>
                  <a:lnTo>
                    <a:pt x="0" y="131699"/>
                  </a:lnTo>
                  <a:lnTo>
                    <a:pt x="101854" y="104140"/>
                  </a:lnTo>
                  <a:lnTo>
                    <a:pt x="195326" y="231648"/>
                  </a:lnTo>
                  <a:lnTo>
                    <a:pt x="202565" y="74676"/>
                  </a:lnTo>
                  <a:lnTo>
                    <a:pt x="297180" y="49276"/>
                  </a:lnTo>
                  <a:close/>
                </a:path>
              </a:pathLst>
            </a:custGeom>
            <a:solidFill>
              <a:srgbClr val="676F74">
                <a:alpha val="7450"/>
              </a:srgbClr>
            </a:solidFill>
            <a:ln>
              <a:noFill/>
            </a:ln>
          </p:spPr>
        </p:sp>
        <p:sp>
          <p:nvSpPr>
            <p:cNvPr id="249" name="Google Shape;249;p3"/>
            <p:cNvSpPr/>
            <p:nvPr/>
          </p:nvSpPr>
          <p:spPr>
            <a:xfrm>
              <a:off x="804418" y="791210"/>
              <a:ext cx="715391" cy="361823"/>
            </a:xfrm>
            <a:custGeom>
              <a:avLst/>
              <a:gdLst/>
              <a:ahLst/>
              <a:cxnLst/>
              <a:rect l="l" t="t" r="r" b="b"/>
              <a:pathLst>
                <a:path w="715391" h="361823" extrusionOk="0">
                  <a:moveTo>
                    <a:pt x="349631" y="0"/>
                  </a:moveTo>
                  <a:lnTo>
                    <a:pt x="281305" y="116586"/>
                  </a:lnTo>
                  <a:lnTo>
                    <a:pt x="156464" y="41402"/>
                  </a:lnTo>
                  <a:lnTo>
                    <a:pt x="149606" y="191897"/>
                  </a:lnTo>
                  <a:lnTo>
                    <a:pt x="33401" y="186563"/>
                  </a:lnTo>
                  <a:lnTo>
                    <a:pt x="81026" y="309372"/>
                  </a:lnTo>
                  <a:lnTo>
                    <a:pt x="0" y="361823"/>
                  </a:lnTo>
                  <a:lnTo>
                    <a:pt x="715391" y="361823"/>
                  </a:lnTo>
                  <a:lnTo>
                    <a:pt x="626491" y="304927"/>
                  </a:lnTo>
                  <a:lnTo>
                    <a:pt x="677545" y="183769"/>
                  </a:lnTo>
                  <a:lnTo>
                    <a:pt x="543306" y="177673"/>
                  </a:lnTo>
                  <a:lnTo>
                    <a:pt x="533654" y="49403"/>
                  </a:lnTo>
                  <a:lnTo>
                    <a:pt x="428244" y="114681"/>
                  </a:lnTo>
                  <a:lnTo>
                    <a:pt x="349631" y="127"/>
                  </a:lnTo>
                  <a:close/>
                </a:path>
              </a:pathLst>
            </a:custGeom>
            <a:solidFill>
              <a:srgbClr val="FFFFFF">
                <a:alpha val="7450"/>
              </a:srgbClr>
            </a:solidFill>
            <a:ln>
              <a:noFill/>
            </a:ln>
          </p:spPr>
        </p:sp>
      </p:grpSp>
      <p:sp>
        <p:nvSpPr>
          <p:cNvPr id="250" name="Google Shape;250;p3"/>
          <p:cNvSpPr/>
          <p:nvPr/>
        </p:nvSpPr>
        <p:spPr>
          <a:xfrm>
            <a:off x="7807528" y="16764000"/>
            <a:ext cx="2138724" cy="1038882"/>
          </a:xfrm>
          <a:custGeom>
            <a:avLst/>
            <a:gdLst/>
            <a:ahLst/>
            <a:cxnLst/>
            <a:rect l="l" t="t" r="r" b="b"/>
            <a:pathLst>
              <a:path w="2138724" h="1038882" extrusionOk="0">
                <a:moveTo>
                  <a:pt x="0" y="0"/>
                </a:moveTo>
                <a:lnTo>
                  <a:pt x="2138725" y="0"/>
                </a:lnTo>
                <a:lnTo>
                  <a:pt x="2138725" y="1038882"/>
                </a:lnTo>
                <a:lnTo>
                  <a:pt x="0" y="1038882"/>
                </a:lnTo>
                <a:lnTo>
                  <a:pt x="0" y="0"/>
                </a:lnTo>
                <a:close/>
              </a:path>
            </a:pathLst>
          </a:custGeom>
          <a:blipFill rotWithShape="1">
            <a:blip r:embed="rId4">
              <a:alphaModFix/>
            </a:blip>
            <a:stretch>
              <a:fillRect/>
            </a:stretch>
          </a:blipFill>
          <a:ln>
            <a:noFill/>
          </a:ln>
        </p:spPr>
      </p:sp>
      <p:sp>
        <p:nvSpPr>
          <p:cNvPr id="251" name="Google Shape;251;p3"/>
          <p:cNvSpPr txBox="1"/>
          <p:nvPr/>
        </p:nvSpPr>
        <p:spPr>
          <a:xfrm>
            <a:off x="4043571" y="11540987"/>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ZoneTexte 6">
            <a:extLst>
              <a:ext uri="{FF2B5EF4-FFF2-40B4-BE49-F238E27FC236}">
                <a16:creationId xmlns:a16="http://schemas.microsoft.com/office/drawing/2014/main" id="{A1DCC2E9-8BCF-F3B3-AD27-611DF097EFB3}"/>
              </a:ext>
            </a:extLst>
          </p:cNvPr>
          <p:cNvSpPr txBox="1"/>
          <p:nvPr/>
        </p:nvSpPr>
        <p:spPr>
          <a:xfrm>
            <a:off x="1642629" y="4509149"/>
            <a:ext cx="7541870" cy="3257174"/>
          </a:xfrm>
          <a:prstGeom prst="rect">
            <a:avLst/>
          </a:prstGeom>
          <a:noFill/>
        </p:spPr>
        <p:txBody>
          <a:bodyPr wrap="square">
            <a:spAutoFit/>
          </a:bodyPr>
          <a:lstStyle/>
          <a:p>
            <a:pPr marL="0" marR="0" lvl="0" indent="0" algn="just" rtl="1">
              <a:lnSpc>
                <a:spcPct val="150000"/>
              </a:lnSpc>
              <a:spcBef>
                <a:spcPts val="0"/>
              </a:spcBef>
              <a:spcAft>
                <a:spcPts val="0"/>
              </a:spcAft>
              <a:buNone/>
            </a:pPr>
            <a:r>
              <a:rPr lang="ar-SA" sz="2800" dirty="0">
                <a:solidFill>
                  <a:schemeClr val="dk1"/>
                </a:solidFill>
                <a:latin typeface="Calibri"/>
                <a:ea typeface="Calibri"/>
                <a:cs typeface="Calibri"/>
                <a:sym typeface="Calibri"/>
              </a:rPr>
              <a:t>الشركاء:</a:t>
            </a:r>
          </a:p>
          <a:p>
            <a:pPr marL="285750" marR="0" lvl="0" indent="-285750" algn="just" rtl="1">
              <a:lnSpc>
                <a:spcPct val="150000"/>
              </a:lnSpc>
              <a:spcBef>
                <a:spcPts val="0"/>
              </a:spcBef>
              <a:spcAft>
                <a:spcPts val="0"/>
              </a:spcAft>
              <a:buClr>
                <a:schemeClr val="dk1"/>
              </a:buClr>
              <a:buSzPts val="1600"/>
              <a:buFont typeface="Noto Sans Symbols"/>
              <a:buChar char="❑"/>
            </a:pPr>
            <a:r>
              <a:rPr lang="ar-SA" sz="2800" dirty="0">
                <a:solidFill>
                  <a:schemeClr val="dk1"/>
                </a:solidFill>
                <a:latin typeface="Calibri"/>
                <a:ea typeface="Calibri"/>
                <a:cs typeface="Calibri"/>
                <a:sym typeface="Calibri"/>
              </a:rPr>
              <a:t>المجلس البلدي لمدينة مراكش</a:t>
            </a:r>
            <a:endParaRPr lang="ar-SA" sz="2800" dirty="0"/>
          </a:p>
          <a:p>
            <a:pPr marL="285750" marR="0" lvl="0" indent="-285750" algn="just" rtl="1">
              <a:lnSpc>
                <a:spcPct val="150000"/>
              </a:lnSpc>
              <a:spcBef>
                <a:spcPts val="0"/>
              </a:spcBef>
              <a:spcAft>
                <a:spcPts val="0"/>
              </a:spcAft>
              <a:buClr>
                <a:schemeClr val="dk1"/>
              </a:buClr>
              <a:buSzPts val="1600"/>
              <a:buFont typeface="Noto Sans Symbols"/>
              <a:buChar char="❑"/>
            </a:pPr>
            <a:r>
              <a:rPr lang="ar-SA" sz="2800" dirty="0">
                <a:solidFill>
                  <a:schemeClr val="dk1"/>
                </a:solidFill>
                <a:latin typeface="Calibri"/>
                <a:ea typeface="Calibri"/>
                <a:cs typeface="Calibri"/>
                <a:sym typeface="Calibri"/>
              </a:rPr>
              <a:t>الأكاديمية الجهوية للتربية والتكوين لجهة مراكش – أسفي </a:t>
            </a:r>
            <a:endParaRPr lang="ar-SA" sz="2800" dirty="0"/>
          </a:p>
          <a:p>
            <a:pPr marL="285750" marR="0" lvl="0" indent="-285750" algn="just" rtl="1">
              <a:lnSpc>
                <a:spcPct val="150000"/>
              </a:lnSpc>
              <a:spcBef>
                <a:spcPts val="0"/>
              </a:spcBef>
              <a:spcAft>
                <a:spcPts val="0"/>
              </a:spcAft>
              <a:buClr>
                <a:schemeClr val="dk1"/>
              </a:buClr>
              <a:buSzPts val="1600"/>
              <a:buFont typeface="Noto Sans Symbols"/>
              <a:buChar char="❑"/>
            </a:pPr>
            <a:r>
              <a:rPr lang="ar-SA" sz="2800" dirty="0">
                <a:solidFill>
                  <a:schemeClr val="dk1"/>
                </a:solidFill>
                <a:latin typeface="Calibri"/>
                <a:ea typeface="Calibri"/>
                <a:cs typeface="Calibri"/>
                <a:sym typeface="Calibri"/>
              </a:rPr>
              <a:t>جامعة القاضي عياض</a:t>
            </a:r>
            <a:endParaRPr lang="ar-SA" sz="2800" dirty="0"/>
          </a:p>
          <a:p>
            <a:pPr marL="285750" marR="0" lvl="0" indent="-285750" algn="just" rtl="1">
              <a:lnSpc>
                <a:spcPct val="150000"/>
              </a:lnSpc>
              <a:spcBef>
                <a:spcPts val="0"/>
              </a:spcBef>
              <a:spcAft>
                <a:spcPts val="0"/>
              </a:spcAft>
              <a:buClr>
                <a:schemeClr val="dk1"/>
              </a:buClr>
              <a:buSzPts val="1600"/>
              <a:buFont typeface="Noto Sans Symbols"/>
              <a:buChar char="❑"/>
            </a:pPr>
            <a:r>
              <a:rPr lang="ar-SA" sz="2800" dirty="0">
                <a:solidFill>
                  <a:schemeClr val="dk1"/>
                </a:solidFill>
                <a:latin typeface="Calibri"/>
                <a:ea typeface="Calibri"/>
                <a:cs typeface="Calibri"/>
                <a:sym typeface="Calibri"/>
              </a:rPr>
              <a:t>أساتذة باحثين  و متخصصين من داخل المغرب وخارجه</a:t>
            </a:r>
            <a:r>
              <a:rPr lang="ar-SA" sz="1400" b="1" dirty="0">
                <a:solidFill>
                  <a:schemeClr val="dk1"/>
                </a:solidFill>
                <a:latin typeface="Calibri"/>
                <a:ea typeface="Calibri"/>
                <a:cs typeface="Calibri"/>
                <a:sym typeface="Calibri"/>
              </a:rPr>
              <a:t>.</a:t>
            </a:r>
            <a:endParaRPr lang="ar-SA" dirty="0"/>
          </a:p>
        </p:txBody>
      </p:sp>
      <p:sp>
        <p:nvSpPr>
          <p:cNvPr id="8" name="ZoneTexte 7">
            <a:extLst>
              <a:ext uri="{FF2B5EF4-FFF2-40B4-BE49-F238E27FC236}">
                <a16:creationId xmlns:a16="http://schemas.microsoft.com/office/drawing/2014/main" id="{0A059355-AAC5-41D9-366C-6A48787F005A}"/>
              </a:ext>
            </a:extLst>
          </p:cNvPr>
          <p:cNvSpPr txBox="1"/>
          <p:nvPr/>
        </p:nvSpPr>
        <p:spPr>
          <a:xfrm>
            <a:off x="6055452" y="8557026"/>
            <a:ext cx="3864864" cy="523220"/>
          </a:xfrm>
          <a:prstGeom prst="rect">
            <a:avLst/>
          </a:prstGeom>
          <a:noFill/>
        </p:spPr>
        <p:txBody>
          <a:bodyPr wrap="square" rtlCol="0">
            <a:spAutoFit/>
          </a:bodyPr>
          <a:lstStyle/>
          <a:p>
            <a:pPr algn="ctr"/>
            <a:r>
              <a:rPr lang="ar-MA" sz="2800" dirty="0"/>
              <a:t>المشرفات على المشروع:</a:t>
            </a:r>
            <a:endParaRPr lang="fr-FR" sz="2800" dirty="0"/>
          </a:p>
        </p:txBody>
      </p:sp>
      <p:graphicFrame>
        <p:nvGraphicFramePr>
          <p:cNvPr id="9" name="Tableau 8">
            <a:extLst>
              <a:ext uri="{FF2B5EF4-FFF2-40B4-BE49-F238E27FC236}">
                <a16:creationId xmlns:a16="http://schemas.microsoft.com/office/drawing/2014/main" id="{7D9AD605-42A1-96E5-9B2A-FA915DA220B1}"/>
              </a:ext>
            </a:extLst>
          </p:cNvPr>
          <p:cNvGraphicFramePr>
            <a:graphicFrameLocks noGrp="1"/>
          </p:cNvGraphicFramePr>
          <p:nvPr>
            <p:extLst>
              <p:ext uri="{D42A27DB-BD31-4B8C-83A1-F6EECF244321}">
                <p14:modId xmlns:p14="http://schemas.microsoft.com/office/powerpoint/2010/main" val="3718023610"/>
              </p:ext>
            </p:extLst>
          </p:nvPr>
        </p:nvGraphicFramePr>
        <p:xfrm>
          <a:off x="2009404" y="9207755"/>
          <a:ext cx="7067978" cy="6218040"/>
        </p:xfrm>
        <a:graphic>
          <a:graphicData uri="http://schemas.openxmlformats.org/drawingml/2006/table">
            <a:tbl>
              <a:tblPr firstRow="1" bandRow="1">
                <a:noFill/>
              </a:tblPr>
              <a:tblGrid>
                <a:gridCol w="7067978">
                  <a:extLst>
                    <a:ext uri="{9D8B030D-6E8A-4147-A177-3AD203B41FA5}">
                      <a16:colId xmlns:a16="http://schemas.microsoft.com/office/drawing/2014/main" val="2273807890"/>
                    </a:ext>
                  </a:extLst>
                </a:gridCol>
              </a:tblGrid>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SA" sz="2800" u="none" strike="noStrike" cap="none" dirty="0"/>
                        <a:t>الأستاذة فاطمة </a:t>
                      </a:r>
                      <a:r>
                        <a:rPr lang="ar-SA" sz="2800" u="none" strike="noStrike" cap="none" dirty="0" err="1"/>
                        <a:t>بوخبزة</a:t>
                      </a:r>
                      <a:endParaRPr lang="ar-MA" sz="2800" u="none" strike="noStrike" cap="none" dirty="0"/>
                    </a:p>
                  </a:txBody>
                  <a:tcPr marL="91450" marR="91450" marT="45725" marB="45725">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4103326008"/>
                  </a:ext>
                </a:extLst>
              </a:tr>
              <a:tr h="370850">
                <a:tc>
                  <a:txBody>
                    <a:bodyPr/>
                    <a:lstStyle/>
                    <a:p>
                      <a:pPr marL="457200" marR="0" lvl="0" indent="-457200" algn="r" rtl="1">
                        <a:spcBef>
                          <a:spcPts val="0"/>
                        </a:spcBef>
                        <a:spcAft>
                          <a:spcPts val="0"/>
                        </a:spcAft>
                        <a:buSzPct val="60000"/>
                        <a:buFont typeface="Wingdings" panose="05000000000000000000" pitchFamily="2" charset="2"/>
                        <a:buChar char="q"/>
                      </a:pPr>
                      <a:r>
                        <a:rPr lang="ar-MA" sz="2800" u="none" strike="noStrike" cap="none" dirty="0"/>
                        <a:t>الأستاذة خديجة </a:t>
                      </a:r>
                      <a:r>
                        <a:rPr lang="ar-MA" sz="2800" u="none" strike="noStrike" cap="none" dirty="0" err="1"/>
                        <a:t>بوخبزة</a:t>
                      </a:r>
                      <a:endParaRPr lang="ar-MA" sz="2800" u="none" strike="noStrike" cap="none" dirty="0"/>
                    </a:p>
                  </a:txBody>
                  <a:tcPr marL="91450" marR="91450" marT="45725" marB="45725">
                    <a:lnL w="12700" cap="flat" cmpd="sng" algn="ctr">
                      <a:noFill/>
                      <a:prstDash val="solid"/>
                      <a:round/>
                      <a:headEnd type="none" w="med" len="med"/>
                      <a:tailEnd type="none" w="med" len="me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598956086"/>
                  </a:ext>
                </a:extLst>
              </a:tr>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MA" sz="2800" b="0" i="0" u="none" strike="noStrike" cap="none" dirty="0">
                          <a:solidFill>
                            <a:srgbClr val="000000"/>
                          </a:solidFill>
                          <a:latin typeface="Calibri"/>
                          <a:ea typeface="Calibri"/>
                          <a:cs typeface="Calibri"/>
                          <a:sym typeface="Calibri"/>
                        </a:rPr>
                        <a:t>الدكتورة</a:t>
                      </a:r>
                      <a:r>
                        <a:rPr lang="ar-SA" sz="2800" b="0" i="0" u="none" strike="noStrike" cap="none" dirty="0">
                          <a:solidFill>
                            <a:srgbClr val="000000"/>
                          </a:solidFill>
                          <a:latin typeface="Calibri"/>
                          <a:ea typeface="Calibri"/>
                          <a:cs typeface="Calibri"/>
                          <a:sym typeface="Calibri"/>
                        </a:rPr>
                        <a:t> لطيفة ازريكم</a:t>
                      </a:r>
                      <a:endParaRPr lang="ar-MA" sz="2800" b="0" i="0" u="none" strike="noStrike" cap="none" dirty="0">
                        <a:solidFill>
                          <a:srgbClr val="000000"/>
                        </a:solidFill>
                        <a:latin typeface="Calibri"/>
                        <a:ea typeface="Calibri"/>
                        <a:cs typeface="Calibri"/>
                        <a:sym typeface="Calibri"/>
                      </a:endParaRPr>
                    </a:p>
                  </a:txBody>
                  <a:tcPr marL="91450" marR="91450" marT="45725" marB="45725">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314044231"/>
                  </a:ext>
                </a:extLst>
              </a:tr>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MA" sz="2800" b="0" i="0" u="none" strike="noStrike" cap="none" dirty="0">
                          <a:solidFill>
                            <a:srgbClr val="000000"/>
                          </a:solidFill>
                          <a:latin typeface="+mn-lt"/>
                          <a:ea typeface="Calibri"/>
                          <a:cs typeface="Calibri"/>
                          <a:sym typeface="Calibri"/>
                        </a:rPr>
                        <a:t>الدكتورة</a:t>
                      </a:r>
                      <a:r>
                        <a:rPr lang="ar-SA" sz="2800" b="0" i="0" u="none" strike="noStrike" cap="none" dirty="0">
                          <a:solidFill>
                            <a:srgbClr val="000000"/>
                          </a:solidFill>
                          <a:latin typeface="Calibri"/>
                          <a:ea typeface="Calibri"/>
                          <a:cs typeface="Calibri"/>
                          <a:sym typeface="Calibri"/>
                        </a:rPr>
                        <a:t> ليلى قرموني</a:t>
                      </a:r>
                      <a:endParaRPr sz="2800" u="none" strike="noStrike" cap="none" dirty="0"/>
                    </a:p>
                  </a:txBody>
                  <a:tcPr marL="91450" marR="91450" marT="45725" marB="45725">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239408809"/>
                  </a:ext>
                </a:extLst>
              </a:tr>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MA" sz="2800" b="0" i="0" u="none" strike="noStrike" cap="none" dirty="0">
                          <a:solidFill>
                            <a:srgbClr val="000000"/>
                          </a:solidFill>
                          <a:latin typeface="+mn-lt"/>
                          <a:ea typeface="Calibri"/>
                          <a:cs typeface="Calibri"/>
                          <a:sym typeface="Calibri"/>
                        </a:rPr>
                        <a:t>الدكتورة</a:t>
                      </a:r>
                      <a:r>
                        <a:rPr lang="ar-SA" sz="2800" b="0" i="0" u="none" strike="noStrike" cap="none" dirty="0">
                          <a:solidFill>
                            <a:srgbClr val="000000"/>
                          </a:solidFill>
                          <a:latin typeface="Calibri"/>
                          <a:ea typeface="Calibri"/>
                          <a:cs typeface="Calibri"/>
                          <a:sym typeface="Calibri"/>
                        </a:rPr>
                        <a:t> مهجة الخرشي</a:t>
                      </a:r>
                      <a:endParaRPr sz="2800" u="none" strike="noStrike" cap="none" dirty="0"/>
                    </a:p>
                  </a:txBody>
                  <a:tcPr marL="91450" marR="91450" marT="45725" marB="45725">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247753564"/>
                  </a:ext>
                </a:extLst>
              </a:tr>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SA" sz="2800" b="0" i="0" u="none" strike="noStrike" cap="none" dirty="0">
                          <a:solidFill>
                            <a:srgbClr val="000000"/>
                          </a:solidFill>
                          <a:latin typeface="Calibri"/>
                          <a:ea typeface="Calibri"/>
                          <a:cs typeface="Calibri"/>
                          <a:sym typeface="Calibri"/>
                        </a:rPr>
                        <a:t>الأستاذة بشرى الحجوجي </a:t>
                      </a:r>
                      <a:endParaRPr sz="2800" u="none" strike="noStrike" cap="none" dirty="0"/>
                    </a:p>
                  </a:txBody>
                  <a:tcPr marL="91450" marR="91450" marT="45725" marB="45725">
                    <a:lnL w="12700" cap="flat" cmpd="sng" algn="ctr">
                      <a:noFill/>
                      <a:prstDash val="solid"/>
                      <a:round/>
                      <a:headEnd type="none" w="med" len="med"/>
                      <a:tailEnd type="none" w="med" len="me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825191722"/>
                  </a:ext>
                </a:extLst>
              </a:tr>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SA" sz="2800" b="0" i="0" u="none" strike="noStrike" cap="none">
                          <a:solidFill>
                            <a:srgbClr val="000000"/>
                          </a:solidFill>
                          <a:latin typeface="Calibri"/>
                          <a:ea typeface="Calibri"/>
                          <a:cs typeface="Calibri"/>
                          <a:sym typeface="Calibri"/>
                        </a:rPr>
                        <a:t>الأستاذة رشيدة شافي </a:t>
                      </a:r>
                      <a:endParaRPr sz="2800" u="none" strike="noStrike" cap="none"/>
                    </a:p>
                  </a:txBody>
                  <a:tcPr marL="91450" marR="91450" marT="45725" marB="45725">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982645267"/>
                  </a:ext>
                </a:extLst>
              </a:tr>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MA" sz="2800" b="0" i="0" u="none" strike="noStrike" cap="none" dirty="0">
                          <a:solidFill>
                            <a:srgbClr val="000000"/>
                          </a:solidFill>
                          <a:latin typeface="+mn-lt"/>
                          <a:ea typeface="Calibri"/>
                          <a:cs typeface="Calibri"/>
                          <a:sym typeface="Calibri"/>
                        </a:rPr>
                        <a:t>الدكتورة</a:t>
                      </a:r>
                      <a:r>
                        <a:rPr lang="ar-SA" sz="2800" b="0" i="0" u="none" strike="noStrike" cap="none" dirty="0">
                          <a:solidFill>
                            <a:srgbClr val="000000"/>
                          </a:solidFill>
                          <a:latin typeface="Calibri"/>
                          <a:ea typeface="Calibri"/>
                          <a:cs typeface="Calibri"/>
                          <a:sym typeface="Calibri"/>
                        </a:rPr>
                        <a:t> وفاء برادة</a:t>
                      </a:r>
                      <a:endParaRPr sz="2800" u="none" strike="noStrike" cap="none" dirty="0"/>
                    </a:p>
                  </a:txBody>
                  <a:tcPr marL="91450" marR="91450" marT="45725" marB="45725">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372381522"/>
                  </a:ext>
                </a:extLst>
              </a:tr>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MA" sz="2800" b="0" i="0" u="none" strike="noStrike" cap="none" dirty="0">
                          <a:solidFill>
                            <a:srgbClr val="000000"/>
                          </a:solidFill>
                          <a:latin typeface="+mn-lt"/>
                          <a:ea typeface="Calibri"/>
                          <a:cs typeface="Calibri"/>
                          <a:sym typeface="Calibri"/>
                        </a:rPr>
                        <a:t>الدكتورة</a:t>
                      </a:r>
                      <a:r>
                        <a:rPr lang="ar-SA" sz="2800" b="0" i="0" u="none" strike="noStrike" cap="none" dirty="0">
                          <a:solidFill>
                            <a:srgbClr val="000000"/>
                          </a:solidFill>
                          <a:latin typeface="Calibri"/>
                          <a:ea typeface="Calibri"/>
                          <a:cs typeface="Calibri"/>
                          <a:sym typeface="Calibri"/>
                        </a:rPr>
                        <a:t> خديجة </a:t>
                      </a:r>
                      <a:r>
                        <a:rPr lang="ar-MA" sz="2800" b="0" i="0" u="none" strike="noStrike" cap="none" dirty="0">
                          <a:solidFill>
                            <a:srgbClr val="000000"/>
                          </a:solidFill>
                          <a:latin typeface="Calibri"/>
                          <a:ea typeface="Calibri"/>
                          <a:cs typeface="Calibri"/>
                          <a:sym typeface="Calibri"/>
                        </a:rPr>
                        <a:t>نصير</a:t>
                      </a:r>
                      <a:endParaRPr sz="2800" u="none" strike="noStrike" cap="none" dirty="0"/>
                    </a:p>
                  </a:txBody>
                  <a:tcPr marL="91450" marR="91450" marT="45725" marB="45725">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919391405"/>
                  </a:ext>
                </a:extLst>
              </a:tr>
              <a:tr h="37085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SA" sz="2800" dirty="0"/>
                        <a:t>الأستاذة مليكة بنار</a:t>
                      </a:r>
                      <a:endParaRPr sz="2800" u="none" strike="noStrike" cap="none" dirty="0"/>
                    </a:p>
                  </a:txBody>
                  <a:tcPr marL="91450" marR="91450" marT="45725" marB="45725">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302614504"/>
                  </a:ext>
                </a:extLst>
              </a:tr>
              <a:tr h="228600">
                <a:tc>
                  <a:txBody>
                    <a:bodyPr/>
                    <a:lstStyle>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457200" marR="0" lvl="0" indent="-457200" algn="r" rtl="1">
                        <a:spcBef>
                          <a:spcPts val="0"/>
                        </a:spcBef>
                        <a:spcAft>
                          <a:spcPts val="0"/>
                        </a:spcAft>
                        <a:buSzPct val="60000"/>
                        <a:buFont typeface="Wingdings" panose="05000000000000000000" pitchFamily="2" charset="2"/>
                        <a:buChar char="q"/>
                      </a:pPr>
                      <a:r>
                        <a:rPr lang="ar-SA" sz="2800" b="0" i="0" u="none" strike="noStrike" cap="none" dirty="0">
                          <a:solidFill>
                            <a:srgbClr val="000000"/>
                          </a:solidFill>
                          <a:latin typeface="Calibri"/>
                          <a:ea typeface="Calibri"/>
                          <a:cs typeface="Calibri"/>
                          <a:sym typeface="Calibri"/>
                        </a:rPr>
                        <a:t>الأستاذة سلوى بن الطالب</a:t>
                      </a:r>
                      <a:endParaRPr sz="2800" u="none" strike="noStrike" cap="none" dirty="0"/>
                    </a:p>
                  </a:txBody>
                  <a:tcPr marL="91450" marR="91450" marT="45725" marB="45725">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8156632"/>
                  </a:ext>
                </a:extLst>
              </a:tr>
              <a:tr h="228600">
                <a:tc>
                  <a:txBody>
                    <a:bodyPr/>
                    <a:lstStyle/>
                    <a:p>
                      <a:pPr marL="457200" marR="0" lvl="0" indent="-457200" algn="r" rtl="1">
                        <a:spcBef>
                          <a:spcPts val="0"/>
                        </a:spcBef>
                        <a:spcAft>
                          <a:spcPts val="0"/>
                        </a:spcAft>
                        <a:buSzPct val="60000"/>
                        <a:buFont typeface="Wingdings" panose="05000000000000000000" pitchFamily="2" charset="2"/>
                        <a:buChar char="q"/>
                      </a:pPr>
                      <a:r>
                        <a:rPr lang="ar-MA" sz="2800" u="none" strike="noStrike" cap="none" dirty="0"/>
                        <a:t>الأستاذة سعاد أوبلا</a:t>
                      </a:r>
                      <a:endParaRPr sz="2800" u="none" strike="noStrike" cap="none" dirty="0"/>
                    </a:p>
                  </a:txBody>
                  <a:tcPr marL="91450" marR="91450" marT="45725" marB="45725">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49537276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grpSp>
        <p:nvGrpSpPr>
          <p:cNvPr id="200" name="Google Shape;200;p3"/>
          <p:cNvGrpSpPr/>
          <p:nvPr/>
        </p:nvGrpSpPr>
        <p:grpSpPr>
          <a:xfrm>
            <a:off x="6646094" y="63500"/>
            <a:ext cx="3654806" cy="3265809"/>
            <a:chOff x="63500" y="63500"/>
            <a:chExt cx="3654806" cy="3265805"/>
          </a:xfrm>
        </p:grpSpPr>
        <p:sp>
          <p:nvSpPr>
            <p:cNvPr id="201" name="Google Shape;201;p3"/>
            <p:cNvSpPr/>
            <p:nvPr/>
          </p:nvSpPr>
          <p:spPr>
            <a:xfrm>
              <a:off x="3665601" y="1409192"/>
              <a:ext cx="52578" cy="89789"/>
            </a:xfrm>
            <a:custGeom>
              <a:avLst/>
              <a:gdLst/>
              <a:ahLst/>
              <a:cxnLst/>
              <a:rect l="l" t="t" r="r" b="b"/>
              <a:pathLst>
                <a:path w="52578" h="89789" extrusionOk="0">
                  <a:moveTo>
                    <a:pt x="0" y="0"/>
                  </a:moveTo>
                  <a:lnTo>
                    <a:pt x="52578" y="89789"/>
                  </a:lnTo>
                  <a:lnTo>
                    <a:pt x="52578" y="0"/>
                  </a:lnTo>
                  <a:close/>
                </a:path>
              </a:pathLst>
            </a:custGeom>
            <a:solidFill>
              <a:srgbClr val="E9EAED">
                <a:alpha val="7450"/>
              </a:srgbClr>
            </a:solidFill>
            <a:ln>
              <a:noFill/>
            </a:ln>
          </p:spPr>
        </p:sp>
        <p:sp>
          <p:nvSpPr>
            <p:cNvPr id="202" name="Google Shape;202;p3"/>
            <p:cNvSpPr/>
            <p:nvPr/>
          </p:nvSpPr>
          <p:spPr>
            <a:xfrm>
              <a:off x="3586607" y="1333119"/>
              <a:ext cx="131699" cy="224790"/>
            </a:xfrm>
            <a:custGeom>
              <a:avLst/>
              <a:gdLst/>
              <a:ahLst/>
              <a:cxnLst/>
              <a:rect l="l" t="t" r="r" b="b"/>
              <a:pathLst>
                <a:path w="131699" h="224790" extrusionOk="0">
                  <a:moveTo>
                    <a:pt x="0" y="0"/>
                  </a:moveTo>
                  <a:lnTo>
                    <a:pt x="131699" y="224790"/>
                  </a:lnTo>
                  <a:lnTo>
                    <a:pt x="131699" y="0"/>
                  </a:lnTo>
                  <a:close/>
                </a:path>
              </a:pathLst>
            </a:custGeom>
            <a:solidFill>
              <a:srgbClr val="37A0B4">
                <a:alpha val="7450"/>
              </a:srgbClr>
            </a:solidFill>
            <a:ln>
              <a:noFill/>
            </a:ln>
          </p:spPr>
        </p:sp>
        <p:sp>
          <p:nvSpPr>
            <p:cNvPr id="203" name="Google Shape;203;p3"/>
            <p:cNvSpPr/>
            <p:nvPr/>
          </p:nvSpPr>
          <p:spPr>
            <a:xfrm>
              <a:off x="3171063" y="1718183"/>
              <a:ext cx="547243" cy="1052322"/>
            </a:xfrm>
            <a:custGeom>
              <a:avLst/>
              <a:gdLst/>
              <a:ahLst/>
              <a:cxnLst/>
              <a:rect l="l" t="t" r="r" b="b"/>
              <a:pathLst>
                <a:path w="547243" h="1052322" extrusionOk="0">
                  <a:moveTo>
                    <a:pt x="0" y="0"/>
                  </a:moveTo>
                  <a:lnTo>
                    <a:pt x="0" y="599186"/>
                  </a:lnTo>
                  <a:lnTo>
                    <a:pt x="291084" y="1052322"/>
                  </a:lnTo>
                  <a:lnTo>
                    <a:pt x="547243" y="989711"/>
                  </a:lnTo>
                  <a:lnTo>
                    <a:pt x="547243" y="301498"/>
                  </a:lnTo>
                  <a:lnTo>
                    <a:pt x="0" y="0"/>
                  </a:lnTo>
                  <a:close/>
                </a:path>
              </a:pathLst>
            </a:custGeom>
            <a:solidFill>
              <a:srgbClr val="9AABC2">
                <a:alpha val="7450"/>
              </a:srgbClr>
            </a:solidFill>
            <a:ln>
              <a:noFill/>
            </a:ln>
          </p:spPr>
        </p:sp>
        <p:sp>
          <p:nvSpPr>
            <p:cNvPr id="204" name="Google Shape;204;p3"/>
            <p:cNvSpPr/>
            <p:nvPr/>
          </p:nvSpPr>
          <p:spPr>
            <a:xfrm>
              <a:off x="2985643" y="2664460"/>
              <a:ext cx="543306" cy="629158"/>
            </a:xfrm>
            <a:custGeom>
              <a:avLst/>
              <a:gdLst/>
              <a:ahLst/>
              <a:cxnLst/>
              <a:rect l="l" t="t" r="r" b="b"/>
              <a:pathLst>
                <a:path w="543306" h="629158" extrusionOk="0">
                  <a:moveTo>
                    <a:pt x="185420" y="287020"/>
                  </a:moveTo>
                  <a:cubicBezTo>
                    <a:pt x="185420" y="327533"/>
                    <a:pt x="157607" y="363220"/>
                    <a:pt x="117094" y="374523"/>
                  </a:cubicBezTo>
                  <a:lnTo>
                    <a:pt x="0" y="407289"/>
                  </a:lnTo>
                  <a:lnTo>
                    <a:pt x="122682" y="442468"/>
                  </a:lnTo>
                  <a:cubicBezTo>
                    <a:pt x="162814" y="454025"/>
                    <a:pt x="190373" y="489458"/>
                    <a:pt x="190373" y="529844"/>
                  </a:cubicBezTo>
                  <a:lnTo>
                    <a:pt x="190373" y="629158"/>
                  </a:lnTo>
                  <a:lnTo>
                    <a:pt x="299466" y="530225"/>
                  </a:lnTo>
                  <a:cubicBezTo>
                    <a:pt x="323215" y="508762"/>
                    <a:pt x="356616" y="500380"/>
                    <a:pt x="388112" y="508254"/>
                  </a:cubicBezTo>
                  <a:lnTo>
                    <a:pt x="504825" y="537083"/>
                  </a:lnTo>
                  <a:lnTo>
                    <a:pt x="457962" y="454533"/>
                  </a:lnTo>
                  <a:cubicBezTo>
                    <a:pt x="438150" y="419481"/>
                    <a:pt x="444246" y="376174"/>
                    <a:pt x="473075" y="347472"/>
                  </a:cubicBezTo>
                  <a:lnTo>
                    <a:pt x="543306" y="277876"/>
                  </a:lnTo>
                  <a:lnTo>
                    <a:pt x="455676" y="299339"/>
                  </a:lnTo>
                  <a:cubicBezTo>
                    <a:pt x="447930" y="301244"/>
                    <a:pt x="440055" y="302133"/>
                    <a:pt x="432308" y="302133"/>
                  </a:cubicBezTo>
                  <a:cubicBezTo>
                    <a:pt x="400050" y="302133"/>
                    <a:pt x="369189" y="286131"/>
                    <a:pt x="351663" y="258826"/>
                  </a:cubicBezTo>
                  <a:lnTo>
                    <a:pt x="185420" y="0"/>
                  </a:lnTo>
                  <a:close/>
                </a:path>
              </a:pathLst>
            </a:custGeom>
            <a:solidFill>
              <a:srgbClr val="6385A1">
                <a:alpha val="74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Google Shape;205;p3"/>
            <p:cNvSpPr/>
            <p:nvPr/>
          </p:nvSpPr>
          <p:spPr>
            <a:xfrm>
              <a:off x="3171063" y="1333119"/>
              <a:ext cx="443484" cy="419227"/>
            </a:xfrm>
            <a:custGeom>
              <a:avLst/>
              <a:gdLst/>
              <a:ahLst/>
              <a:cxnLst/>
              <a:rect l="l" t="t" r="r" b="b"/>
              <a:pathLst>
                <a:path w="443484" h="419227" extrusionOk="0">
                  <a:moveTo>
                    <a:pt x="0" y="0"/>
                  </a:moveTo>
                  <a:lnTo>
                    <a:pt x="0" y="174879"/>
                  </a:lnTo>
                  <a:lnTo>
                    <a:pt x="443484" y="419227"/>
                  </a:lnTo>
                  <a:lnTo>
                    <a:pt x="197866" y="0"/>
                  </a:lnTo>
                  <a:close/>
                </a:path>
              </a:pathLst>
            </a:custGeom>
            <a:solidFill>
              <a:srgbClr val="0088C5">
                <a:alpha val="7450"/>
              </a:srgbClr>
            </a:solidFill>
            <a:ln>
              <a:noFill/>
            </a:ln>
          </p:spPr>
        </p:sp>
        <p:sp>
          <p:nvSpPr>
            <p:cNvPr id="206" name="Google Shape;206;p3"/>
            <p:cNvSpPr/>
            <p:nvPr/>
          </p:nvSpPr>
          <p:spPr>
            <a:xfrm>
              <a:off x="2813939" y="1477391"/>
              <a:ext cx="266319" cy="587756"/>
            </a:xfrm>
            <a:custGeom>
              <a:avLst/>
              <a:gdLst/>
              <a:ahLst/>
              <a:cxnLst/>
              <a:rect l="l" t="t" r="r" b="b"/>
              <a:pathLst>
                <a:path w="266319" h="587756" extrusionOk="0">
                  <a:moveTo>
                    <a:pt x="104140" y="0"/>
                  </a:moveTo>
                  <a:lnTo>
                    <a:pt x="0" y="143383"/>
                  </a:lnTo>
                  <a:lnTo>
                    <a:pt x="218059" y="587756"/>
                  </a:lnTo>
                  <a:lnTo>
                    <a:pt x="266319" y="108966"/>
                  </a:lnTo>
                  <a:close/>
                </a:path>
              </a:pathLst>
            </a:custGeom>
            <a:solidFill>
              <a:srgbClr val="0088C5">
                <a:alpha val="7450"/>
              </a:srgbClr>
            </a:solidFill>
            <a:ln>
              <a:noFill/>
            </a:ln>
          </p:spPr>
        </p:sp>
        <p:sp>
          <p:nvSpPr>
            <p:cNvPr id="207" name="Google Shape;207;p3"/>
            <p:cNvSpPr/>
            <p:nvPr/>
          </p:nvSpPr>
          <p:spPr>
            <a:xfrm>
              <a:off x="3408172" y="947166"/>
              <a:ext cx="310134" cy="203708"/>
            </a:xfrm>
            <a:custGeom>
              <a:avLst/>
              <a:gdLst/>
              <a:ahLst/>
              <a:cxnLst/>
              <a:rect l="l" t="t" r="r" b="b"/>
              <a:pathLst>
                <a:path w="310134" h="203708" extrusionOk="0">
                  <a:moveTo>
                    <a:pt x="148209" y="0"/>
                  </a:moveTo>
                  <a:lnTo>
                    <a:pt x="0" y="81407"/>
                  </a:lnTo>
                  <a:lnTo>
                    <a:pt x="71628" y="203708"/>
                  </a:lnTo>
                  <a:lnTo>
                    <a:pt x="310134" y="203708"/>
                  </a:lnTo>
                  <a:lnTo>
                    <a:pt x="310134" y="90043"/>
                  </a:lnTo>
                  <a:lnTo>
                    <a:pt x="148336" y="0"/>
                  </a:lnTo>
                  <a:close/>
                </a:path>
              </a:pathLst>
            </a:custGeom>
            <a:solidFill>
              <a:srgbClr val="0088C5">
                <a:alpha val="7450"/>
              </a:srgbClr>
            </a:solidFill>
            <a:ln>
              <a:noFill/>
            </a:ln>
          </p:spPr>
        </p:sp>
        <p:sp>
          <p:nvSpPr>
            <p:cNvPr id="208" name="Google Shape;208;p3"/>
            <p:cNvSpPr/>
            <p:nvPr/>
          </p:nvSpPr>
          <p:spPr>
            <a:xfrm>
              <a:off x="3586607" y="126111"/>
              <a:ext cx="131699" cy="224790"/>
            </a:xfrm>
            <a:custGeom>
              <a:avLst/>
              <a:gdLst/>
              <a:ahLst/>
              <a:cxnLst/>
              <a:rect l="l" t="t" r="r" b="b"/>
              <a:pathLst>
                <a:path w="131699" h="224790" extrusionOk="0">
                  <a:moveTo>
                    <a:pt x="131699" y="0"/>
                  </a:moveTo>
                  <a:lnTo>
                    <a:pt x="0" y="224790"/>
                  </a:lnTo>
                  <a:lnTo>
                    <a:pt x="131699" y="224790"/>
                  </a:lnTo>
                  <a:lnTo>
                    <a:pt x="131699" y="0"/>
                  </a:lnTo>
                  <a:close/>
                </a:path>
              </a:pathLst>
            </a:custGeom>
            <a:solidFill>
              <a:srgbClr val="A6C5D3">
                <a:alpha val="7450"/>
              </a:srgbClr>
            </a:solidFill>
            <a:ln>
              <a:noFill/>
            </a:ln>
          </p:spPr>
        </p:sp>
        <p:sp>
          <p:nvSpPr>
            <p:cNvPr id="209" name="Google Shape;209;p3"/>
            <p:cNvSpPr/>
            <p:nvPr/>
          </p:nvSpPr>
          <p:spPr>
            <a:xfrm>
              <a:off x="63500" y="63500"/>
              <a:ext cx="606679" cy="449453"/>
            </a:xfrm>
            <a:custGeom>
              <a:avLst/>
              <a:gdLst/>
              <a:ahLst/>
              <a:cxnLst/>
              <a:rect l="l" t="t" r="r" b="b"/>
              <a:pathLst>
                <a:path w="606679" h="449453" extrusionOk="0">
                  <a:moveTo>
                    <a:pt x="78867" y="0"/>
                  </a:moveTo>
                  <a:lnTo>
                    <a:pt x="107950" y="108077"/>
                  </a:lnTo>
                  <a:cubicBezTo>
                    <a:pt x="116205" y="138938"/>
                    <a:pt x="107188" y="171577"/>
                    <a:pt x="84201" y="194437"/>
                  </a:cubicBezTo>
                  <a:lnTo>
                    <a:pt x="0" y="277876"/>
                  </a:lnTo>
                  <a:lnTo>
                    <a:pt x="98679" y="277876"/>
                  </a:lnTo>
                  <a:cubicBezTo>
                    <a:pt x="141224" y="277876"/>
                    <a:pt x="178562" y="305181"/>
                    <a:pt x="189992" y="344551"/>
                  </a:cubicBezTo>
                  <a:lnTo>
                    <a:pt x="220472" y="449453"/>
                  </a:lnTo>
                  <a:lnTo>
                    <a:pt x="250444" y="352552"/>
                  </a:lnTo>
                  <a:cubicBezTo>
                    <a:pt x="262382" y="313944"/>
                    <a:pt x="299339" y="287401"/>
                    <a:pt x="341376" y="287401"/>
                  </a:cubicBezTo>
                  <a:lnTo>
                    <a:pt x="606679" y="287401"/>
                  </a:lnTo>
                  <a:lnTo>
                    <a:pt x="373126" y="157480"/>
                  </a:lnTo>
                  <a:cubicBezTo>
                    <a:pt x="336423" y="137033"/>
                    <a:pt x="318262" y="95631"/>
                    <a:pt x="328676" y="56134"/>
                  </a:cubicBezTo>
                  <a:lnTo>
                    <a:pt x="343535" y="0"/>
                  </a:lnTo>
                  <a:lnTo>
                    <a:pt x="316865" y="0"/>
                  </a:lnTo>
                  <a:lnTo>
                    <a:pt x="283972" y="30988"/>
                  </a:lnTo>
                  <a:cubicBezTo>
                    <a:pt x="265811" y="48133"/>
                    <a:pt x="241808" y="57023"/>
                    <a:pt x="217551" y="57023"/>
                  </a:cubicBezTo>
                  <a:cubicBezTo>
                    <a:pt x="201549" y="57023"/>
                    <a:pt x="185420" y="53086"/>
                    <a:pt x="170688" y="45085"/>
                  </a:cubicBezTo>
                  <a:lnTo>
                    <a:pt x="88138" y="0"/>
                  </a:lnTo>
                  <a:close/>
                </a:path>
              </a:pathLst>
            </a:custGeom>
            <a:solidFill>
              <a:srgbClr val="8BA0B8">
                <a:alpha val="74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210;p3"/>
            <p:cNvSpPr/>
            <p:nvPr/>
          </p:nvSpPr>
          <p:spPr>
            <a:xfrm>
              <a:off x="3171063" y="63500"/>
              <a:ext cx="366268" cy="287401"/>
            </a:xfrm>
            <a:custGeom>
              <a:avLst/>
              <a:gdLst/>
              <a:ahLst/>
              <a:cxnLst/>
              <a:rect l="l" t="t" r="r" b="b"/>
              <a:pathLst>
                <a:path w="366268" h="287401" extrusionOk="0">
                  <a:moveTo>
                    <a:pt x="204216" y="0"/>
                  </a:moveTo>
                  <a:lnTo>
                    <a:pt x="0" y="112522"/>
                  </a:lnTo>
                  <a:lnTo>
                    <a:pt x="0" y="287401"/>
                  </a:lnTo>
                  <a:lnTo>
                    <a:pt x="197866" y="287401"/>
                  </a:lnTo>
                  <a:lnTo>
                    <a:pt x="366268" y="0"/>
                  </a:lnTo>
                  <a:close/>
                </a:path>
              </a:pathLst>
            </a:custGeom>
            <a:solidFill>
              <a:srgbClr val="0088C5">
                <a:alpha val="7450"/>
              </a:srgbClr>
            </a:solidFill>
            <a:ln>
              <a:noFill/>
            </a:ln>
          </p:spPr>
        </p:sp>
        <p:sp>
          <p:nvSpPr>
            <p:cNvPr id="211" name="Google Shape;211;p3"/>
            <p:cNvSpPr/>
            <p:nvPr/>
          </p:nvSpPr>
          <p:spPr>
            <a:xfrm>
              <a:off x="3408172" y="533273"/>
              <a:ext cx="310007" cy="203581"/>
            </a:xfrm>
            <a:custGeom>
              <a:avLst/>
              <a:gdLst/>
              <a:ahLst/>
              <a:cxnLst/>
              <a:rect l="l" t="t" r="r" b="b"/>
              <a:pathLst>
                <a:path w="310007" h="203581" extrusionOk="0">
                  <a:moveTo>
                    <a:pt x="71628" y="0"/>
                  </a:moveTo>
                  <a:lnTo>
                    <a:pt x="0" y="122174"/>
                  </a:lnTo>
                  <a:lnTo>
                    <a:pt x="148209" y="203581"/>
                  </a:lnTo>
                  <a:lnTo>
                    <a:pt x="310007" y="113538"/>
                  </a:lnTo>
                  <a:lnTo>
                    <a:pt x="310007" y="0"/>
                  </a:lnTo>
                  <a:close/>
                </a:path>
              </a:pathLst>
            </a:custGeom>
            <a:solidFill>
              <a:srgbClr val="0088C5">
                <a:alpha val="7450"/>
              </a:srgbClr>
            </a:solidFill>
            <a:ln>
              <a:noFill/>
            </a:ln>
          </p:spPr>
        </p:sp>
        <p:sp>
          <p:nvSpPr>
            <p:cNvPr id="212" name="Google Shape;212;p3"/>
            <p:cNvSpPr/>
            <p:nvPr/>
          </p:nvSpPr>
          <p:spPr>
            <a:xfrm>
              <a:off x="1435735" y="1734312"/>
              <a:ext cx="839851" cy="1090041"/>
            </a:xfrm>
            <a:custGeom>
              <a:avLst/>
              <a:gdLst/>
              <a:ahLst/>
              <a:cxnLst/>
              <a:rect l="l" t="t" r="r" b="b"/>
              <a:pathLst>
                <a:path w="839851" h="1090041" extrusionOk="0">
                  <a:moveTo>
                    <a:pt x="795655" y="0"/>
                  </a:moveTo>
                  <a:lnTo>
                    <a:pt x="839851" y="683006"/>
                  </a:lnTo>
                  <a:lnTo>
                    <a:pt x="621919" y="1090041"/>
                  </a:lnTo>
                  <a:lnTo>
                    <a:pt x="246761" y="1016889"/>
                  </a:lnTo>
                  <a:lnTo>
                    <a:pt x="0" y="797306"/>
                  </a:lnTo>
                  <a:lnTo>
                    <a:pt x="238760" y="346964"/>
                  </a:lnTo>
                  <a:close/>
                </a:path>
              </a:pathLst>
            </a:custGeom>
            <a:solidFill>
              <a:srgbClr val="1C7347">
                <a:alpha val="7450"/>
              </a:srgbClr>
            </a:solidFill>
            <a:ln>
              <a:noFill/>
            </a:ln>
          </p:spPr>
        </p:sp>
        <p:sp>
          <p:nvSpPr>
            <p:cNvPr id="213" name="Google Shape;213;p3"/>
            <p:cNvSpPr/>
            <p:nvPr/>
          </p:nvSpPr>
          <p:spPr>
            <a:xfrm>
              <a:off x="2468118" y="1840230"/>
              <a:ext cx="680847" cy="1136269"/>
            </a:xfrm>
            <a:custGeom>
              <a:avLst/>
              <a:gdLst/>
              <a:ahLst/>
              <a:cxnLst/>
              <a:rect l="l" t="t" r="r" b="b"/>
              <a:pathLst>
                <a:path w="680847" h="1136269" extrusionOk="0">
                  <a:moveTo>
                    <a:pt x="668782" y="502793"/>
                  </a:moveTo>
                  <a:lnTo>
                    <a:pt x="680847" y="1035177"/>
                  </a:lnTo>
                  <a:lnTo>
                    <a:pt x="369443" y="1136269"/>
                  </a:lnTo>
                  <a:lnTo>
                    <a:pt x="28829" y="1060958"/>
                  </a:lnTo>
                  <a:lnTo>
                    <a:pt x="0" y="615950"/>
                  </a:lnTo>
                  <a:lnTo>
                    <a:pt x="329819" y="0"/>
                  </a:lnTo>
                  <a:close/>
                </a:path>
              </a:pathLst>
            </a:custGeom>
            <a:solidFill>
              <a:srgbClr val="9AABC2">
                <a:alpha val="7450"/>
              </a:srgbClr>
            </a:solidFill>
            <a:ln>
              <a:noFill/>
            </a:ln>
          </p:spPr>
        </p:sp>
        <p:sp>
          <p:nvSpPr>
            <p:cNvPr id="214" name="Google Shape;214;p3"/>
            <p:cNvSpPr/>
            <p:nvPr/>
          </p:nvSpPr>
          <p:spPr>
            <a:xfrm>
              <a:off x="835533" y="1405509"/>
              <a:ext cx="984377" cy="822325"/>
            </a:xfrm>
            <a:custGeom>
              <a:avLst/>
              <a:gdLst/>
              <a:ahLst/>
              <a:cxnLst/>
              <a:rect l="l" t="t" r="r" b="b"/>
              <a:pathLst>
                <a:path w="984377" h="822325" extrusionOk="0">
                  <a:moveTo>
                    <a:pt x="984250" y="0"/>
                  </a:moveTo>
                  <a:lnTo>
                    <a:pt x="693166" y="549275"/>
                  </a:lnTo>
                  <a:lnTo>
                    <a:pt x="254889" y="822325"/>
                  </a:lnTo>
                  <a:lnTo>
                    <a:pt x="0" y="613156"/>
                  </a:lnTo>
                  <a:lnTo>
                    <a:pt x="984377" y="0"/>
                  </a:lnTo>
                  <a:close/>
                </a:path>
              </a:pathLst>
            </a:custGeom>
            <a:solidFill>
              <a:srgbClr val="AE2724">
                <a:alpha val="7450"/>
              </a:srgbClr>
            </a:solidFill>
            <a:ln>
              <a:noFill/>
            </a:ln>
          </p:spPr>
        </p:sp>
        <p:sp>
          <p:nvSpPr>
            <p:cNvPr id="215" name="Google Shape;215;p3"/>
            <p:cNvSpPr/>
            <p:nvPr/>
          </p:nvSpPr>
          <p:spPr>
            <a:xfrm>
              <a:off x="2414016" y="1517142"/>
              <a:ext cx="265049" cy="583565"/>
            </a:xfrm>
            <a:custGeom>
              <a:avLst/>
              <a:gdLst/>
              <a:ahLst/>
              <a:cxnLst/>
              <a:rect l="l" t="t" r="r" b="b"/>
              <a:pathLst>
                <a:path w="265049" h="583565" extrusionOk="0">
                  <a:moveTo>
                    <a:pt x="166116" y="0"/>
                  </a:moveTo>
                  <a:lnTo>
                    <a:pt x="265049" y="146685"/>
                  </a:lnTo>
                  <a:lnTo>
                    <a:pt x="31115" y="583565"/>
                  </a:lnTo>
                  <a:lnTo>
                    <a:pt x="0" y="103378"/>
                  </a:lnTo>
                  <a:close/>
                </a:path>
              </a:pathLst>
            </a:custGeom>
            <a:solidFill>
              <a:srgbClr val="0088C5">
                <a:alpha val="7450"/>
              </a:srgbClr>
            </a:solidFill>
            <a:ln>
              <a:noFill/>
            </a:ln>
          </p:spPr>
        </p:sp>
        <p:sp>
          <p:nvSpPr>
            <p:cNvPr id="216" name="Google Shape;216;p3"/>
            <p:cNvSpPr/>
            <p:nvPr/>
          </p:nvSpPr>
          <p:spPr>
            <a:xfrm>
              <a:off x="1846453" y="1385570"/>
              <a:ext cx="371475" cy="371348"/>
            </a:xfrm>
            <a:custGeom>
              <a:avLst/>
              <a:gdLst/>
              <a:ahLst/>
              <a:cxnLst/>
              <a:rect l="l" t="t" r="r" b="b"/>
              <a:pathLst>
                <a:path w="371475" h="371348" extrusionOk="0">
                  <a:moveTo>
                    <a:pt x="371475" y="139954"/>
                  </a:moveTo>
                  <a:lnTo>
                    <a:pt x="0" y="371348"/>
                  </a:lnTo>
                  <a:lnTo>
                    <a:pt x="192024" y="9144"/>
                  </a:lnTo>
                  <a:lnTo>
                    <a:pt x="362458" y="0"/>
                  </a:lnTo>
                  <a:close/>
                </a:path>
              </a:pathLst>
            </a:custGeom>
            <a:solidFill>
              <a:srgbClr val="0088C5">
                <a:alpha val="7450"/>
              </a:srgbClr>
            </a:solidFill>
            <a:ln>
              <a:noFill/>
            </a:ln>
          </p:spPr>
        </p:sp>
        <p:sp>
          <p:nvSpPr>
            <p:cNvPr id="217" name="Google Shape;217;p3"/>
            <p:cNvSpPr/>
            <p:nvPr/>
          </p:nvSpPr>
          <p:spPr>
            <a:xfrm>
              <a:off x="1950212" y="2772664"/>
              <a:ext cx="544576" cy="556641"/>
            </a:xfrm>
            <a:custGeom>
              <a:avLst/>
              <a:gdLst/>
              <a:ahLst/>
              <a:cxnLst/>
              <a:rect l="l" t="t" r="r" b="b"/>
              <a:pathLst>
                <a:path w="544576" h="556641" extrusionOk="0">
                  <a:moveTo>
                    <a:pt x="435102" y="290957"/>
                  </a:moveTo>
                  <a:lnTo>
                    <a:pt x="544576" y="315214"/>
                  </a:lnTo>
                  <a:lnTo>
                    <a:pt x="446278" y="347091"/>
                  </a:lnTo>
                  <a:cubicBezTo>
                    <a:pt x="407162" y="359791"/>
                    <a:pt x="381000" y="395351"/>
                    <a:pt x="381762" y="435102"/>
                  </a:cubicBezTo>
                  <a:lnTo>
                    <a:pt x="384048" y="556641"/>
                  </a:lnTo>
                  <a:lnTo>
                    <a:pt x="269113" y="453263"/>
                  </a:lnTo>
                  <a:cubicBezTo>
                    <a:pt x="243967" y="430530"/>
                    <a:pt x="207899" y="422910"/>
                    <a:pt x="175006" y="433070"/>
                  </a:cubicBezTo>
                  <a:lnTo>
                    <a:pt x="93091" y="458597"/>
                  </a:lnTo>
                  <a:lnTo>
                    <a:pt x="117729" y="409067"/>
                  </a:lnTo>
                  <a:cubicBezTo>
                    <a:pt x="135636" y="372999"/>
                    <a:pt x="127127" y="329946"/>
                    <a:pt x="96647" y="302768"/>
                  </a:cubicBezTo>
                  <a:lnTo>
                    <a:pt x="0" y="216662"/>
                  </a:lnTo>
                  <a:lnTo>
                    <a:pt x="139954" y="243967"/>
                  </a:lnTo>
                  <a:cubicBezTo>
                    <a:pt x="181610" y="252095"/>
                    <a:pt x="223647" y="232664"/>
                    <a:pt x="243078" y="196342"/>
                  </a:cubicBezTo>
                  <a:lnTo>
                    <a:pt x="348234" y="0"/>
                  </a:lnTo>
                  <a:lnTo>
                    <a:pt x="361696" y="207645"/>
                  </a:lnTo>
                  <a:cubicBezTo>
                    <a:pt x="364363" y="247904"/>
                    <a:pt x="394081" y="281813"/>
                    <a:pt x="435102" y="290830"/>
                  </a:cubicBezTo>
                </a:path>
              </a:pathLst>
            </a:custGeom>
            <a:solidFill>
              <a:srgbClr val="6385A1">
                <a:alpha val="74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218;p3"/>
            <p:cNvSpPr/>
            <p:nvPr/>
          </p:nvSpPr>
          <p:spPr>
            <a:xfrm>
              <a:off x="853059" y="2279269"/>
              <a:ext cx="503682" cy="522859"/>
            </a:xfrm>
            <a:custGeom>
              <a:avLst/>
              <a:gdLst/>
              <a:ahLst/>
              <a:cxnLst/>
              <a:rect l="l" t="t" r="r" b="b"/>
              <a:pathLst>
                <a:path w="503682" h="522859" extrusionOk="0">
                  <a:moveTo>
                    <a:pt x="121666" y="169799"/>
                  </a:moveTo>
                  <a:lnTo>
                    <a:pt x="87884" y="65786"/>
                  </a:lnTo>
                  <a:lnTo>
                    <a:pt x="167894" y="131445"/>
                  </a:lnTo>
                  <a:cubicBezTo>
                    <a:pt x="199771" y="157607"/>
                    <a:pt x="245745" y="160528"/>
                    <a:pt x="281051" y="138684"/>
                  </a:cubicBezTo>
                  <a:lnTo>
                    <a:pt x="503682" y="0"/>
                  </a:lnTo>
                  <a:lnTo>
                    <a:pt x="381254" y="231140"/>
                  </a:lnTo>
                  <a:cubicBezTo>
                    <a:pt x="361950" y="267462"/>
                    <a:pt x="370205" y="311785"/>
                    <a:pt x="401320" y="339471"/>
                  </a:cubicBezTo>
                  <a:lnTo>
                    <a:pt x="471932" y="402336"/>
                  </a:lnTo>
                  <a:lnTo>
                    <a:pt x="377952" y="383921"/>
                  </a:lnTo>
                  <a:cubicBezTo>
                    <a:pt x="336550" y="375793"/>
                    <a:pt x="294513" y="395097"/>
                    <a:pt x="274955" y="431292"/>
                  </a:cubicBezTo>
                  <a:lnTo>
                    <a:pt x="225425" y="522859"/>
                  </a:lnTo>
                  <a:lnTo>
                    <a:pt x="186690" y="411226"/>
                  </a:lnTo>
                  <a:cubicBezTo>
                    <a:pt x="176149" y="381000"/>
                    <a:pt x="150114" y="358267"/>
                    <a:pt x="117856" y="351155"/>
                  </a:cubicBezTo>
                  <a:lnTo>
                    <a:pt x="0" y="325247"/>
                  </a:lnTo>
                  <a:lnTo>
                    <a:pt x="82677" y="273431"/>
                  </a:lnTo>
                  <a:cubicBezTo>
                    <a:pt x="118364" y="251206"/>
                    <a:pt x="134366" y="208788"/>
                    <a:pt x="121666" y="169672"/>
                  </a:cubicBezTo>
                </a:path>
              </a:pathLst>
            </a:custGeom>
            <a:solidFill>
              <a:srgbClr val="6385A1">
                <a:alpha val="74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219;p3"/>
            <p:cNvSpPr/>
            <p:nvPr/>
          </p:nvSpPr>
          <p:spPr>
            <a:xfrm>
              <a:off x="486029" y="592201"/>
              <a:ext cx="1189736" cy="690118"/>
            </a:xfrm>
            <a:custGeom>
              <a:avLst/>
              <a:gdLst/>
              <a:ahLst/>
              <a:cxnLst/>
              <a:rect l="l" t="t" r="r" b="b"/>
              <a:pathLst>
                <a:path w="1189736" h="690118" extrusionOk="0">
                  <a:moveTo>
                    <a:pt x="1189736" y="317754"/>
                  </a:moveTo>
                  <a:lnTo>
                    <a:pt x="559181" y="0"/>
                  </a:lnTo>
                  <a:lnTo>
                    <a:pt x="83820" y="24892"/>
                  </a:lnTo>
                  <a:lnTo>
                    <a:pt x="0" y="383921"/>
                  </a:lnTo>
                  <a:lnTo>
                    <a:pt x="107696" y="690118"/>
                  </a:lnTo>
                  <a:lnTo>
                    <a:pt x="632841" y="664718"/>
                  </a:lnTo>
                  <a:close/>
                </a:path>
              </a:pathLst>
            </a:custGeom>
            <a:solidFill>
              <a:srgbClr val="A6C5D3">
                <a:alpha val="7450"/>
              </a:srgbClr>
            </a:solidFill>
            <a:ln>
              <a:noFill/>
            </a:ln>
          </p:spPr>
        </p:sp>
        <p:sp>
          <p:nvSpPr>
            <p:cNvPr id="220" name="Google Shape;220;p3"/>
            <p:cNvSpPr/>
            <p:nvPr/>
          </p:nvSpPr>
          <p:spPr>
            <a:xfrm>
              <a:off x="676275" y="63500"/>
              <a:ext cx="1130427" cy="343916"/>
            </a:xfrm>
            <a:custGeom>
              <a:avLst/>
              <a:gdLst/>
              <a:ahLst/>
              <a:cxnLst/>
              <a:rect l="l" t="t" r="r" b="b"/>
              <a:pathLst>
                <a:path w="1130427" h="343916" extrusionOk="0">
                  <a:moveTo>
                    <a:pt x="28067" y="0"/>
                  </a:moveTo>
                  <a:lnTo>
                    <a:pt x="0" y="136779"/>
                  </a:lnTo>
                  <a:lnTo>
                    <a:pt x="410845" y="343916"/>
                  </a:lnTo>
                  <a:lnTo>
                    <a:pt x="1130427" y="306197"/>
                  </a:lnTo>
                  <a:lnTo>
                    <a:pt x="924052" y="0"/>
                  </a:lnTo>
                  <a:close/>
                </a:path>
              </a:pathLst>
            </a:custGeom>
            <a:solidFill>
              <a:srgbClr val="9AABC2">
                <a:alpha val="7450"/>
              </a:srgbClr>
            </a:solidFill>
            <a:ln>
              <a:noFill/>
            </a:ln>
          </p:spPr>
        </p:sp>
        <p:sp>
          <p:nvSpPr>
            <p:cNvPr id="221" name="Google Shape;221;p3"/>
            <p:cNvSpPr/>
            <p:nvPr/>
          </p:nvSpPr>
          <p:spPr>
            <a:xfrm>
              <a:off x="741045" y="1405509"/>
              <a:ext cx="1078865" cy="613156"/>
            </a:xfrm>
            <a:custGeom>
              <a:avLst/>
              <a:gdLst/>
              <a:ahLst/>
              <a:cxnLst/>
              <a:rect l="l" t="t" r="r" b="b"/>
              <a:pathLst>
                <a:path w="1078865" h="613156" extrusionOk="0">
                  <a:moveTo>
                    <a:pt x="1078738" y="0"/>
                  </a:moveTo>
                  <a:lnTo>
                    <a:pt x="438277" y="30988"/>
                  </a:lnTo>
                  <a:lnTo>
                    <a:pt x="0" y="304038"/>
                  </a:lnTo>
                  <a:lnTo>
                    <a:pt x="94488" y="613156"/>
                  </a:lnTo>
                  <a:lnTo>
                    <a:pt x="1078865" y="0"/>
                  </a:lnTo>
                  <a:close/>
                </a:path>
              </a:pathLst>
            </a:custGeom>
            <a:solidFill>
              <a:srgbClr val="AE2724">
                <a:alpha val="7450"/>
              </a:srgbClr>
            </a:solidFill>
            <a:ln>
              <a:noFill/>
            </a:ln>
          </p:spPr>
        </p:sp>
        <p:sp>
          <p:nvSpPr>
            <p:cNvPr id="222" name="Google Shape;222;p3"/>
            <p:cNvSpPr/>
            <p:nvPr/>
          </p:nvSpPr>
          <p:spPr>
            <a:xfrm>
              <a:off x="1415161" y="546100"/>
              <a:ext cx="609346" cy="250063"/>
            </a:xfrm>
            <a:custGeom>
              <a:avLst/>
              <a:gdLst/>
              <a:ahLst/>
              <a:cxnLst/>
              <a:rect l="l" t="t" r="r" b="b"/>
              <a:pathLst>
                <a:path w="609346" h="250063" extrusionOk="0">
                  <a:moveTo>
                    <a:pt x="609346" y="146685"/>
                  </a:moveTo>
                  <a:lnTo>
                    <a:pt x="510413" y="0"/>
                  </a:lnTo>
                  <a:lnTo>
                    <a:pt x="0" y="26670"/>
                  </a:lnTo>
                  <a:lnTo>
                    <a:pt x="443230" y="250063"/>
                  </a:lnTo>
                  <a:close/>
                </a:path>
              </a:pathLst>
            </a:custGeom>
            <a:solidFill>
              <a:srgbClr val="0088C5">
                <a:alpha val="7450"/>
              </a:srgbClr>
            </a:solidFill>
            <a:ln>
              <a:noFill/>
            </a:ln>
          </p:spPr>
        </p:sp>
        <p:sp>
          <p:nvSpPr>
            <p:cNvPr id="223" name="Google Shape;223;p3"/>
            <p:cNvSpPr/>
            <p:nvPr/>
          </p:nvSpPr>
          <p:spPr>
            <a:xfrm>
              <a:off x="2843276" y="63500"/>
              <a:ext cx="191516" cy="84074"/>
            </a:xfrm>
            <a:custGeom>
              <a:avLst/>
              <a:gdLst/>
              <a:ahLst/>
              <a:cxnLst/>
              <a:rect l="l" t="t" r="r" b="b"/>
              <a:pathLst>
                <a:path w="191516" h="84074" extrusionOk="0">
                  <a:moveTo>
                    <a:pt x="0" y="0"/>
                  </a:moveTo>
                  <a:lnTo>
                    <a:pt x="56642" y="84074"/>
                  </a:lnTo>
                  <a:lnTo>
                    <a:pt x="191516" y="0"/>
                  </a:lnTo>
                  <a:close/>
                </a:path>
              </a:pathLst>
            </a:custGeom>
            <a:solidFill>
              <a:srgbClr val="0088C5">
                <a:alpha val="7450"/>
              </a:srgbClr>
            </a:solidFill>
            <a:ln>
              <a:noFill/>
            </a:ln>
          </p:spPr>
        </p:sp>
        <p:sp>
          <p:nvSpPr>
            <p:cNvPr id="224" name="Google Shape;224;p3"/>
            <p:cNvSpPr/>
            <p:nvPr/>
          </p:nvSpPr>
          <p:spPr>
            <a:xfrm>
              <a:off x="1497076" y="1007237"/>
              <a:ext cx="500761" cy="231394"/>
            </a:xfrm>
            <a:custGeom>
              <a:avLst/>
              <a:gdLst/>
              <a:ahLst/>
              <a:cxnLst/>
              <a:rect l="l" t="t" r="r" b="b"/>
              <a:pathLst>
                <a:path w="500761" h="231394" extrusionOk="0">
                  <a:moveTo>
                    <a:pt x="371475" y="0"/>
                  </a:moveTo>
                  <a:lnTo>
                    <a:pt x="0" y="231394"/>
                  </a:lnTo>
                  <a:lnTo>
                    <a:pt x="422402" y="210947"/>
                  </a:lnTo>
                  <a:lnTo>
                    <a:pt x="500761" y="65151"/>
                  </a:lnTo>
                  <a:close/>
                </a:path>
              </a:pathLst>
            </a:custGeom>
            <a:solidFill>
              <a:srgbClr val="0088C5">
                <a:alpha val="7450"/>
              </a:srgbClr>
            </a:solidFill>
            <a:ln>
              <a:noFill/>
            </a:ln>
          </p:spPr>
        </p:sp>
        <p:sp>
          <p:nvSpPr>
            <p:cNvPr id="225" name="Google Shape;225;p3"/>
            <p:cNvSpPr/>
            <p:nvPr/>
          </p:nvSpPr>
          <p:spPr>
            <a:xfrm>
              <a:off x="190881" y="1318387"/>
              <a:ext cx="610235" cy="474345"/>
            </a:xfrm>
            <a:custGeom>
              <a:avLst/>
              <a:gdLst/>
              <a:ahLst/>
              <a:cxnLst/>
              <a:rect l="l" t="t" r="r" b="b"/>
              <a:pathLst>
                <a:path w="610235" h="474345" extrusionOk="0">
                  <a:moveTo>
                    <a:pt x="292862" y="402209"/>
                  </a:moveTo>
                  <a:lnTo>
                    <a:pt x="377825" y="474345"/>
                  </a:lnTo>
                  <a:lnTo>
                    <a:pt x="348234" y="377317"/>
                  </a:lnTo>
                  <a:cubicBezTo>
                    <a:pt x="336423" y="338582"/>
                    <a:pt x="352425" y="297053"/>
                    <a:pt x="387604" y="275082"/>
                  </a:cubicBezTo>
                  <a:lnTo>
                    <a:pt x="610235" y="136398"/>
                  </a:lnTo>
                  <a:lnTo>
                    <a:pt x="340741" y="149479"/>
                  </a:lnTo>
                  <a:cubicBezTo>
                    <a:pt x="298323" y="151511"/>
                    <a:pt x="259715" y="126238"/>
                    <a:pt x="246126" y="87630"/>
                  </a:cubicBezTo>
                  <a:lnTo>
                    <a:pt x="215265" y="0"/>
                  </a:lnTo>
                  <a:lnTo>
                    <a:pt x="194310" y="90043"/>
                  </a:lnTo>
                  <a:cubicBezTo>
                    <a:pt x="185039" y="129667"/>
                    <a:pt x="149606" y="158750"/>
                    <a:pt x="107315" y="161036"/>
                  </a:cubicBezTo>
                  <a:lnTo>
                    <a:pt x="0" y="167005"/>
                  </a:lnTo>
                  <a:lnTo>
                    <a:pt x="90297" y="246634"/>
                  </a:lnTo>
                  <a:cubicBezTo>
                    <a:pt x="114681" y="268224"/>
                    <a:pt x="125603" y="300355"/>
                    <a:pt x="119126" y="331470"/>
                  </a:cubicBezTo>
                  <a:lnTo>
                    <a:pt x="95631" y="445516"/>
                  </a:lnTo>
                  <a:lnTo>
                    <a:pt x="178435" y="393954"/>
                  </a:lnTo>
                  <a:cubicBezTo>
                    <a:pt x="214122" y="371729"/>
                    <a:pt x="260985" y="375031"/>
                    <a:pt x="292862" y="402209"/>
                  </a:cubicBezTo>
                </a:path>
              </a:pathLst>
            </a:custGeom>
            <a:solidFill>
              <a:srgbClr val="6385A1">
                <a:alpha val="74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226;p3"/>
            <p:cNvSpPr/>
            <p:nvPr/>
          </p:nvSpPr>
          <p:spPr>
            <a:xfrm>
              <a:off x="2359914" y="63500"/>
              <a:ext cx="194183" cy="83185"/>
            </a:xfrm>
            <a:custGeom>
              <a:avLst/>
              <a:gdLst/>
              <a:ahLst/>
              <a:cxnLst/>
              <a:rect l="l" t="t" r="r" b="b"/>
              <a:pathLst>
                <a:path w="194183" h="83185" extrusionOk="0">
                  <a:moveTo>
                    <a:pt x="0" y="0"/>
                  </a:moveTo>
                  <a:lnTo>
                    <a:pt x="254" y="9017"/>
                  </a:lnTo>
                  <a:lnTo>
                    <a:pt x="149606" y="83185"/>
                  </a:lnTo>
                  <a:lnTo>
                    <a:pt x="194183" y="0"/>
                  </a:lnTo>
                  <a:close/>
                </a:path>
              </a:pathLst>
            </a:custGeom>
            <a:solidFill>
              <a:srgbClr val="0088C5">
                <a:alpha val="7450"/>
              </a:srgbClr>
            </a:solidFill>
            <a:ln>
              <a:noFill/>
            </a:ln>
          </p:spPr>
        </p:sp>
        <p:sp>
          <p:nvSpPr>
            <p:cNvPr id="227" name="Google Shape;227;p3"/>
            <p:cNvSpPr/>
            <p:nvPr/>
          </p:nvSpPr>
          <p:spPr>
            <a:xfrm>
              <a:off x="1826260" y="63500"/>
              <a:ext cx="356743" cy="294767"/>
            </a:xfrm>
            <a:custGeom>
              <a:avLst/>
              <a:gdLst/>
              <a:ahLst/>
              <a:cxnLst/>
              <a:rect l="l" t="t" r="r" b="b"/>
              <a:pathLst>
                <a:path w="356743" h="294767" extrusionOk="0">
                  <a:moveTo>
                    <a:pt x="0" y="0"/>
                  </a:moveTo>
                  <a:lnTo>
                    <a:pt x="198628" y="294767"/>
                  </a:lnTo>
                  <a:lnTo>
                    <a:pt x="356743" y="286512"/>
                  </a:lnTo>
                  <a:lnTo>
                    <a:pt x="347345" y="125095"/>
                  </a:lnTo>
                  <a:lnTo>
                    <a:pt x="73025" y="0"/>
                  </a:lnTo>
                  <a:close/>
                </a:path>
              </a:pathLst>
            </a:custGeom>
            <a:solidFill>
              <a:srgbClr val="0088C5">
                <a:alpha val="7450"/>
              </a:srgbClr>
            </a:solidFill>
            <a:ln>
              <a:noFill/>
            </a:ln>
          </p:spPr>
        </p:sp>
      </p:grpSp>
      <p:sp>
        <p:nvSpPr>
          <p:cNvPr id="228" name="Google Shape;228;p3"/>
          <p:cNvSpPr/>
          <p:nvPr/>
        </p:nvSpPr>
        <p:spPr>
          <a:xfrm>
            <a:off x="8747609" y="564586"/>
            <a:ext cx="1243157" cy="688398"/>
          </a:xfrm>
          <a:custGeom>
            <a:avLst/>
            <a:gdLst/>
            <a:ahLst/>
            <a:cxnLst/>
            <a:rect l="l" t="t" r="r" b="b"/>
            <a:pathLst>
              <a:path w="1243157" h="688398" extrusionOk="0">
                <a:moveTo>
                  <a:pt x="0" y="0"/>
                </a:moveTo>
                <a:lnTo>
                  <a:pt x="1243157" y="0"/>
                </a:lnTo>
                <a:lnTo>
                  <a:pt x="1243157" y="688398"/>
                </a:lnTo>
                <a:lnTo>
                  <a:pt x="0" y="688398"/>
                </a:lnTo>
                <a:lnTo>
                  <a:pt x="0" y="0"/>
                </a:lnTo>
                <a:close/>
              </a:path>
            </a:pathLst>
          </a:custGeom>
          <a:blipFill rotWithShape="1">
            <a:blip r:embed="rId3">
              <a:alphaModFix/>
            </a:blip>
            <a:stretch>
              <a:fillRect/>
            </a:stretch>
          </a:blipFill>
          <a:ln>
            <a:noFill/>
          </a:ln>
        </p:spPr>
      </p:sp>
      <p:grpSp>
        <p:nvGrpSpPr>
          <p:cNvPr id="229" name="Google Shape;229;p3"/>
          <p:cNvGrpSpPr/>
          <p:nvPr/>
        </p:nvGrpSpPr>
        <p:grpSpPr>
          <a:xfrm>
            <a:off x="289704" y="16649944"/>
            <a:ext cx="2194297" cy="1089528"/>
            <a:chOff x="63500" y="63500"/>
            <a:chExt cx="2194306" cy="1089533"/>
          </a:xfrm>
        </p:grpSpPr>
        <p:sp>
          <p:nvSpPr>
            <p:cNvPr id="230" name="Google Shape;230;p3"/>
            <p:cNvSpPr/>
            <p:nvPr/>
          </p:nvSpPr>
          <p:spPr>
            <a:xfrm>
              <a:off x="975614" y="147955"/>
              <a:ext cx="348869" cy="526288"/>
            </a:xfrm>
            <a:custGeom>
              <a:avLst/>
              <a:gdLst/>
              <a:ahLst/>
              <a:cxnLst/>
              <a:rect l="l" t="t" r="r" b="b"/>
              <a:pathLst>
                <a:path w="348869" h="526288" extrusionOk="0">
                  <a:moveTo>
                    <a:pt x="171958" y="0"/>
                  </a:moveTo>
                  <a:lnTo>
                    <a:pt x="9271" y="48260"/>
                  </a:lnTo>
                  <a:lnTo>
                    <a:pt x="0" y="251333"/>
                  </a:lnTo>
                  <a:lnTo>
                    <a:pt x="178435" y="526288"/>
                  </a:lnTo>
                  <a:lnTo>
                    <a:pt x="348869" y="254635"/>
                  </a:lnTo>
                  <a:lnTo>
                    <a:pt x="338074" y="46736"/>
                  </a:lnTo>
                  <a:close/>
                </a:path>
              </a:pathLst>
            </a:custGeom>
            <a:solidFill>
              <a:srgbClr val="9AABC2">
                <a:alpha val="7450"/>
              </a:srgbClr>
            </a:solidFill>
            <a:ln>
              <a:noFill/>
            </a:ln>
          </p:spPr>
        </p:sp>
        <p:sp>
          <p:nvSpPr>
            <p:cNvPr id="231" name="Google Shape;231;p3"/>
            <p:cNvSpPr/>
            <p:nvPr/>
          </p:nvSpPr>
          <p:spPr>
            <a:xfrm>
              <a:off x="1387983" y="242189"/>
              <a:ext cx="395224" cy="497078"/>
            </a:xfrm>
            <a:custGeom>
              <a:avLst/>
              <a:gdLst/>
              <a:ahLst/>
              <a:cxnLst/>
              <a:rect l="l" t="t" r="r" b="b"/>
              <a:pathLst>
                <a:path w="395224" h="497078" extrusionOk="0">
                  <a:moveTo>
                    <a:pt x="276479" y="42037"/>
                  </a:moveTo>
                  <a:lnTo>
                    <a:pt x="112014" y="0"/>
                  </a:lnTo>
                  <a:lnTo>
                    <a:pt x="0" y="169545"/>
                  </a:lnTo>
                  <a:lnTo>
                    <a:pt x="12192" y="497078"/>
                  </a:lnTo>
                  <a:lnTo>
                    <a:pt x="297688" y="351155"/>
                  </a:lnTo>
                  <a:lnTo>
                    <a:pt x="395224" y="167132"/>
                  </a:lnTo>
                  <a:close/>
                </a:path>
              </a:pathLst>
            </a:custGeom>
            <a:solidFill>
              <a:srgbClr val="AE2724">
                <a:alpha val="7450"/>
              </a:srgbClr>
            </a:solidFill>
            <a:ln>
              <a:noFill/>
            </a:ln>
          </p:spPr>
        </p:sp>
        <p:sp>
          <p:nvSpPr>
            <p:cNvPr id="232" name="Google Shape;232;p3"/>
            <p:cNvSpPr/>
            <p:nvPr/>
          </p:nvSpPr>
          <p:spPr>
            <a:xfrm>
              <a:off x="516763" y="244094"/>
              <a:ext cx="395224" cy="496570"/>
            </a:xfrm>
            <a:custGeom>
              <a:avLst/>
              <a:gdLst/>
              <a:ahLst/>
              <a:cxnLst/>
              <a:rect l="l" t="t" r="r" b="b"/>
              <a:pathLst>
                <a:path w="395224" h="496570" extrusionOk="0">
                  <a:moveTo>
                    <a:pt x="117729" y="43180"/>
                  </a:moveTo>
                  <a:lnTo>
                    <a:pt x="281940" y="0"/>
                  </a:lnTo>
                  <a:lnTo>
                    <a:pt x="395224" y="168910"/>
                  </a:lnTo>
                  <a:lnTo>
                    <a:pt x="385064" y="496570"/>
                  </a:lnTo>
                  <a:lnTo>
                    <a:pt x="98298" y="352552"/>
                  </a:lnTo>
                  <a:lnTo>
                    <a:pt x="0" y="169037"/>
                  </a:lnTo>
                  <a:close/>
                </a:path>
              </a:pathLst>
            </a:custGeom>
            <a:solidFill>
              <a:srgbClr val="A6C5D3">
                <a:alpha val="7450"/>
              </a:srgbClr>
            </a:solidFill>
            <a:ln>
              <a:noFill/>
            </a:ln>
          </p:spPr>
        </p:sp>
        <p:sp>
          <p:nvSpPr>
            <p:cNvPr id="233" name="Google Shape;233;p3"/>
            <p:cNvSpPr/>
            <p:nvPr/>
          </p:nvSpPr>
          <p:spPr>
            <a:xfrm>
              <a:off x="1578610" y="539369"/>
              <a:ext cx="497840" cy="396875"/>
            </a:xfrm>
            <a:custGeom>
              <a:avLst/>
              <a:gdLst/>
              <a:ahLst/>
              <a:cxnLst/>
              <a:rect l="l" t="t" r="r" b="b"/>
              <a:pathLst>
                <a:path w="497840" h="396875" extrusionOk="0">
                  <a:moveTo>
                    <a:pt x="460375" y="120396"/>
                  </a:moveTo>
                  <a:lnTo>
                    <a:pt x="340487" y="0"/>
                  </a:lnTo>
                  <a:lnTo>
                    <a:pt x="157353" y="88265"/>
                  </a:lnTo>
                  <a:lnTo>
                    <a:pt x="0" y="375793"/>
                  </a:lnTo>
                  <a:lnTo>
                    <a:pt x="320040" y="396875"/>
                  </a:lnTo>
                  <a:lnTo>
                    <a:pt x="497840" y="288671"/>
                  </a:lnTo>
                  <a:close/>
                </a:path>
              </a:pathLst>
            </a:custGeom>
            <a:solidFill>
              <a:srgbClr val="1C7347">
                <a:alpha val="7450"/>
              </a:srgbClr>
            </a:solidFill>
            <a:ln>
              <a:noFill/>
            </a:ln>
          </p:spPr>
        </p:sp>
        <p:sp>
          <p:nvSpPr>
            <p:cNvPr id="234" name="Google Shape;234;p3"/>
            <p:cNvSpPr/>
            <p:nvPr/>
          </p:nvSpPr>
          <p:spPr>
            <a:xfrm>
              <a:off x="227330" y="540131"/>
              <a:ext cx="493268" cy="397383"/>
            </a:xfrm>
            <a:custGeom>
              <a:avLst/>
              <a:gdLst/>
              <a:ahLst/>
              <a:cxnLst/>
              <a:rect l="l" t="t" r="r" b="b"/>
              <a:pathLst>
                <a:path w="493268" h="397383" extrusionOk="0">
                  <a:moveTo>
                    <a:pt x="45974" y="114427"/>
                  </a:moveTo>
                  <a:lnTo>
                    <a:pt x="171196" y="0"/>
                  </a:lnTo>
                  <a:lnTo>
                    <a:pt x="349885" y="96901"/>
                  </a:lnTo>
                  <a:lnTo>
                    <a:pt x="493268" y="391668"/>
                  </a:lnTo>
                  <a:lnTo>
                    <a:pt x="172593" y="397383"/>
                  </a:lnTo>
                  <a:lnTo>
                    <a:pt x="0" y="280797"/>
                  </a:lnTo>
                  <a:close/>
                </a:path>
              </a:pathLst>
            </a:custGeom>
            <a:solidFill>
              <a:srgbClr val="006B8B">
                <a:alpha val="7450"/>
              </a:srgbClr>
            </a:solidFill>
            <a:ln>
              <a:noFill/>
            </a:ln>
          </p:spPr>
        </p:sp>
        <p:sp>
          <p:nvSpPr>
            <p:cNvPr id="235" name="Google Shape;235;p3"/>
            <p:cNvSpPr/>
            <p:nvPr/>
          </p:nvSpPr>
          <p:spPr>
            <a:xfrm>
              <a:off x="1660652" y="982853"/>
              <a:ext cx="515747" cy="170053"/>
            </a:xfrm>
            <a:custGeom>
              <a:avLst/>
              <a:gdLst/>
              <a:ahLst/>
              <a:cxnLst/>
              <a:rect l="l" t="t" r="r" b="b"/>
              <a:pathLst>
                <a:path w="515747" h="170053" extrusionOk="0">
                  <a:moveTo>
                    <a:pt x="266954" y="0"/>
                  </a:moveTo>
                  <a:lnTo>
                    <a:pt x="0" y="170053"/>
                  </a:lnTo>
                  <a:lnTo>
                    <a:pt x="515747" y="170053"/>
                  </a:lnTo>
                  <a:lnTo>
                    <a:pt x="469900" y="11049"/>
                  </a:lnTo>
                  <a:lnTo>
                    <a:pt x="267081" y="0"/>
                  </a:lnTo>
                  <a:close/>
                </a:path>
              </a:pathLst>
            </a:custGeom>
            <a:solidFill>
              <a:srgbClr val="9AABC2">
                <a:alpha val="7450"/>
              </a:srgbClr>
            </a:solidFill>
            <a:ln>
              <a:noFill/>
            </a:ln>
          </p:spPr>
        </p:sp>
        <p:sp>
          <p:nvSpPr>
            <p:cNvPr id="236" name="Google Shape;236;p3"/>
            <p:cNvSpPr/>
            <p:nvPr/>
          </p:nvSpPr>
          <p:spPr>
            <a:xfrm>
              <a:off x="147066" y="996823"/>
              <a:ext cx="484886" cy="156210"/>
            </a:xfrm>
            <a:custGeom>
              <a:avLst/>
              <a:gdLst/>
              <a:ahLst/>
              <a:cxnLst/>
              <a:rect l="l" t="t" r="r" b="b"/>
              <a:pathLst>
                <a:path w="484886" h="156210" extrusionOk="0">
                  <a:moveTo>
                    <a:pt x="248793" y="0"/>
                  </a:moveTo>
                  <a:lnTo>
                    <a:pt x="45593" y="7493"/>
                  </a:lnTo>
                  <a:lnTo>
                    <a:pt x="0" y="156210"/>
                  </a:lnTo>
                  <a:lnTo>
                    <a:pt x="484886" y="156210"/>
                  </a:lnTo>
                  <a:lnTo>
                    <a:pt x="248793" y="0"/>
                  </a:lnTo>
                  <a:close/>
                </a:path>
              </a:pathLst>
            </a:custGeom>
            <a:solidFill>
              <a:srgbClr val="AE2724">
                <a:alpha val="7450"/>
              </a:srgbClr>
            </a:solidFill>
            <a:ln>
              <a:noFill/>
            </a:ln>
          </p:spPr>
        </p:sp>
        <p:sp>
          <p:nvSpPr>
            <p:cNvPr id="237" name="Google Shape;237;p3"/>
            <p:cNvSpPr/>
            <p:nvPr/>
          </p:nvSpPr>
          <p:spPr>
            <a:xfrm>
              <a:off x="670179" y="681101"/>
              <a:ext cx="236982" cy="241554"/>
            </a:xfrm>
            <a:custGeom>
              <a:avLst/>
              <a:gdLst/>
              <a:ahLst/>
              <a:cxnLst/>
              <a:rect l="l" t="t" r="r" b="b"/>
              <a:pathLst>
                <a:path w="236982" h="241554" extrusionOk="0">
                  <a:moveTo>
                    <a:pt x="0" y="0"/>
                  </a:moveTo>
                  <a:lnTo>
                    <a:pt x="228727" y="123190"/>
                  </a:lnTo>
                  <a:lnTo>
                    <a:pt x="236982" y="234950"/>
                  </a:lnTo>
                  <a:lnTo>
                    <a:pt x="112903" y="241554"/>
                  </a:lnTo>
                  <a:close/>
                </a:path>
              </a:pathLst>
            </a:custGeom>
            <a:solidFill>
              <a:srgbClr val="0088C5">
                <a:alpha val="7450"/>
              </a:srgbClr>
            </a:solidFill>
            <a:ln>
              <a:noFill/>
            </a:ln>
          </p:spPr>
        </p:sp>
        <p:sp>
          <p:nvSpPr>
            <p:cNvPr id="238" name="Google Shape;238;p3"/>
            <p:cNvSpPr/>
            <p:nvPr/>
          </p:nvSpPr>
          <p:spPr>
            <a:xfrm>
              <a:off x="1410081" y="667893"/>
              <a:ext cx="239268" cy="240538"/>
            </a:xfrm>
            <a:custGeom>
              <a:avLst/>
              <a:gdLst/>
              <a:ahLst/>
              <a:cxnLst/>
              <a:rect l="l" t="t" r="r" b="b"/>
              <a:pathLst>
                <a:path w="239268" h="240538" extrusionOk="0">
                  <a:moveTo>
                    <a:pt x="239268" y="0"/>
                  </a:moveTo>
                  <a:lnTo>
                    <a:pt x="9398" y="121285"/>
                  </a:lnTo>
                  <a:lnTo>
                    <a:pt x="0" y="232918"/>
                  </a:lnTo>
                  <a:lnTo>
                    <a:pt x="124206" y="240538"/>
                  </a:lnTo>
                  <a:close/>
                </a:path>
              </a:pathLst>
            </a:custGeom>
            <a:solidFill>
              <a:srgbClr val="0088C5">
                <a:alpha val="7450"/>
              </a:srgbClr>
            </a:solidFill>
            <a:ln>
              <a:noFill/>
            </a:ln>
          </p:spPr>
        </p:sp>
        <p:sp>
          <p:nvSpPr>
            <p:cNvPr id="239" name="Google Shape;239;p3"/>
            <p:cNvSpPr/>
            <p:nvPr/>
          </p:nvSpPr>
          <p:spPr>
            <a:xfrm>
              <a:off x="1492504" y="973963"/>
              <a:ext cx="320548" cy="159258"/>
            </a:xfrm>
            <a:custGeom>
              <a:avLst/>
              <a:gdLst/>
              <a:ahLst/>
              <a:cxnLst/>
              <a:rect l="l" t="t" r="r" b="b"/>
              <a:pathLst>
                <a:path w="320548" h="159258" extrusionOk="0">
                  <a:moveTo>
                    <a:pt x="320548" y="762"/>
                  </a:moveTo>
                  <a:lnTo>
                    <a:pt x="60960" y="0"/>
                  </a:lnTo>
                  <a:lnTo>
                    <a:pt x="0" y="94107"/>
                  </a:lnTo>
                  <a:lnTo>
                    <a:pt x="106045" y="159258"/>
                  </a:lnTo>
                  <a:close/>
                </a:path>
              </a:pathLst>
            </a:custGeom>
            <a:solidFill>
              <a:srgbClr val="0088C5">
                <a:alpha val="7450"/>
              </a:srgbClr>
            </a:solidFill>
            <a:ln>
              <a:noFill/>
            </a:ln>
          </p:spPr>
        </p:sp>
        <p:sp>
          <p:nvSpPr>
            <p:cNvPr id="240" name="Google Shape;240;p3"/>
            <p:cNvSpPr/>
            <p:nvPr/>
          </p:nvSpPr>
          <p:spPr>
            <a:xfrm>
              <a:off x="491490" y="983488"/>
              <a:ext cx="325247" cy="161417"/>
            </a:xfrm>
            <a:custGeom>
              <a:avLst/>
              <a:gdLst/>
              <a:ahLst/>
              <a:cxnLst/>
              <a:rect l="l" t="t" r="r" b="b"/>
              <a:pathLst>
                <a:path w="325247" h="161417" extrusionOk="0">
                  <a:moveTo>
                    <a:pt x="0" y="15367"/>
                  </a:moveTo>
                  <a:lnTo>
                    <a:pt x="259207" y="0"/>
                  </a:lnTo>
                  <a:lnTo>
                    <a:pt x="325247" y="90551"/>
                  </a:lnTo>
                  <a:lnTo>
                    <a:pt x="222885" y="161417"/>
                  </a:lnTo>
                  <a:close/>
                </a:path>
              </a:pathLst>
            </a:custGeom>
            <a:solidFill>
              <a:srgbClr val="0088C5">
                <a:alpha val="7450"/>
              </a:srgbClr>
            </a:solidFill>
            <a:ln>
              <a:noFill/>
            </a:ln>
          </p:spPr>
        </p:sp>
        <p:sp>
          <p:nvSpPr>
            <p:cNvPr id="241" name="Google Shape;241;p3"/>
            <p:cNvSpPr/>
            <p:nvPr/>
          </p:nvSpPr>
          <p:spPr>
            <a:xfrm>
              <a:off x="964057" y="501523"/>
              <a:ext cx="161798" cy="326009"/>
            </a:xfrm>
            <a:custGeom>
              <a:avLst/>
              <a:gdLst/>
              <a:ahLst/>
              <a:cxnLst/>
              <a:rect l="l" t="t" r="r" b="b"/>
              <a:pathLst>
                <a:path w="161798" h="326009" extrusionOk="0">
                  <a:moveTo>
                    <a:pt x="18034" y="0"/>
                  </a:moveTo>
                  <a:lnTo>
                    <a:pt x="0" y="259207"/>
                  </a:lnTo>
                  <a:lnTo>
                    <a:pt x="89916" y="326009"/>
                  </a:lnTo>
                  <a:lnTo>
                    <a:pt x="161798" y="224536"/>
                  </a:lnTo>
                  <a:close/>
                </a:path>
              </a:pathLst>
            </a:custGeom>
            <a:solidFill>
              <a:srgbClr val="0088C5">
                <a:alpha val="7450"/>
              </a:srgbClr>
            </a:solidFill>
            <a:ln>
              <a:noFill/>
            </a:ln>
          </p:spPr>
        </p:sp>
        <p:sp>
          <p:nvSpPr>
            <p:cNvPr id="242" name="Google Shape;242;p3"/>
            <p:cNvSpPr/>
            <p:nvPr/>
          </p:nvSpPr>
          <p:spPr>
            <a:xfrm>
              <a:off x="1181735" y="514985"/>
              <a:ext cx="159385" cy="321437"/>
            </a:xfrm>
            <a:custGeom>
              <a:avLst/>
              <a:gdLst/>
              <a:ahLst/>
              <a:cxnLst/>
              <a:rect l="l" t="t" r="r" b="b"/>
              <a:pathLst>
                <a:path w="159385" h="321437" extrusionOk="0">
                  <a:moveTo>
                    <a:pt x="155829" y="0"/>
                  </a:moveTo>
                  <a:lnTo>
                    <a:pt x="159385" y="259715"/>
                  </a:lnTo>
                  <a:lnTo>
                    <a:pt x="66040" y="321437"/>
                  </a:lnTo>
                  <a:lnTo>
                    <a:pt x="0" y="216154"/>
                  </a:lnTo>
                  <a:close/>
                </a:path>
              </a:pathLst>
            </a:custGeom>
            <a:solidFill>
              <a:srgbClr val="0088C5">
                <a:alpha val="7450"/>
              </a:srgbClr>
            </a:solidFill>
            <a:ln>
              <a:noFill/>
            </a:ln>
          </p:spPr>
        </p:sp>
        <p:sp>
          <p:nvSpPr>
            <p:cNvPr id="243" name="Google Shape;243;p3"/>
            <p:cNvSpPr/>
            <p:nvPr/>
          </p:nvSpPr>
          <p:spPr>
            <a:xfrm>
              <a:off x="1264793" y="63500"/>
              <a:ext cx="303276" cy="233553"/>
            </a:xfrm>
            <a:custGeom>
              <a:avLst/>
              <a:gdLst/>
              <a:ahLst/>
              <a:cxnLst/>
              <a:rect l="l" t="t" r="r" b="b"/>
              <a:pathLst>
                <a:path w="303276" h="233553" extrusionOk="0">
                  <a:moveTo>
                    <a:pt x="171450" y="0"/>
                  </a:moveTo>
                  <a:lnTo>
                    <a:pt x="303276" y="132969"/>
                  </a:lnTo>
                  <a:lnTo>
                    <a:pt x="201168" y="107188"/>
                  </a:lnTo>
                  <a:lnTo>
                    <a:pt x="118237" y="233553"/>
                  </a:lnTo>
                  <a:lnTo>
                    <a:pt x="108712" y="85090"/>
                  </a:lnTo>
                  <a:lnTo>
                    <a:pt x="0" y="52324"/>
                  </a:lnTo>
                  <a:close/>
                </a:path>
              </a:pathLst>
            </a:custGeom>
            <a:solidFill>
              <a:srgbClr val="676F74">
                <a:alpha val="7450"/>
              </a:srgbClr>
            </a:solidFill>
            <a:ln>
              <a:noFill/>
            </a:ln>
          </p:spPr>
        </p:sp>
        <p:sp>
          <p:nvSpPr>
            <p:cNvPr id="244" name="Google Shape;244;p3"/>
            <p:cNvSpPr/>
            <p:nvPr/>
          </p:nvSpPr>
          <p:spPr>
            <a:xfrm>
              <a:off x="1787525" y="315468"/>
              <a:ext cx="219075" cy="222504"/>
            </a:xfrm>
            <a:custGeom>
              <a:avLst/>
              <a:gdLst/>
              <a:ahLst/>
              <a:cxnLst/>
              <a:rect l="l" t="t" r="r" b="b"/>
              <a:pathLst>
                <a:path w="219075" h="222504" extrusionOk="0">
                  <a:moveTo>
                    <a:pt x="172847" y="43561"/>
                  </a:moveTo>
                  <a:lnTo>
                    <a:pt x="0" y="0"/>
                  </a:lnTo>
                  <a:lnTo>
                    <a:pt x="71247" y="74549"/>
                  </a:lnTo>
                  <a:lnTo>
                    <a:pt x="1397" y="212598"/>
                  </a:lnTo>
                  <a:lnTo>
                    <a:pt x="135890" y="143129"/>
                  </a:lnTo>
                  <a:lnTo>
                    <a:pt x="219075" y="222504"/>
                  </a:lnTo>
                  <a:close/>
                </a:path>
              </a:pathLst>
            </a:custGeom>
            <a:solidFill>
              <a:srgbClr val="676F74">
                <a:alpha val="7450"/>
              </a:srgbClr>
            </a:solidFill>
            <a:ln>
              <a:noFill/>
            </a:ln>
          </p:spPr>
        </p:sp>
        <p:sp>
          <p:nvSpPr>
            <p:cNvPr id="245" name="Google Shape;245;p3"/>
            <p:cNvSpPr/>
            <p:nvPr/>
          </p:nvSpPr>
          <p:spPr>
            <a:xfrm>
              <a:off x="2026793" y="735076"/>
              <a:ext cx="231013" cy="305435"/>
            </a:xfrm>
            <a:custGeom>
              <a:avLst/>
              <a:gdLst/>
              <a:ahLst/>
              <a:cxnLst/>
              <a:rect l="l" t="t" r="r" b="b"/>
              <a:pathLst>
                <a:path w="231013" h="305435" extrusionOk="0">
                  <a:moveTo>
                    <a:pt x="98552" y="0"/>
                  </a:moveTo>
                  <a:lnTo>
                    <a:pt x="126492" y="103632"/>
                  </a:lnTo>
                  <a:lnTo>
                    <a:pt x="0" y="195707"/>
                  </a:lnTo>
                  <a:lnTo>
                    <a:pt x="153289" y="197231"/>
                  </a:lnTo>
                  <a:lnTo>
                    <a:pt x="183769" y="305435"/>
                  </a:lnTo>
                  <a:lnTo>
                    <a:pt x="231013" y="129540"/>
                  </a:lnTo>
                  <a:close/>
                </a:path>
              </a:pathLst>
            </a:custGeom>
            <a:solidFill>
              <a:srgbClr val="676F74">
                <a:alpha val="7450"/>
              </a:srgbClr>
            </a:solidFill>
            <a:ln>
              <a:noFill/>
            </a:ln>
          </p:spPr>
        </p:sp>
        <p:sp>
          <p:nvSpPr>
            <p:cNvPr id="246" name="Google Shape;246;p3"/>
            <p:cNvSpPr/>
            <p:nvPr/>
          </p:nvSpPr>
          <p:spPr>
            <a:xfrm>
              <a:off x="63500" y="747395"/>
              <a:ext cx="224917" cy="292735"/>
            </a:xfrm>
            <a:custGeom>
              <a:avLst/>
              <a:gdLst/>
              <a:ahLst/>
              <a:cxnLst/>
              <a:rect l="l" t="t" r="r" b="b"/>
              <a:pathLst>
                <a:path w="224917" h="292735" extrusionOk="0">
                  <a:moveTo>
                    <a:pt x="224917" y="193040"/>
                  </a:moveTo>
                  <a:lnTo>
                    <a:pt x="81280" y="197485"/>
                  </a:lnTo>
                  <a:lnTo>
                    <a:pt x="41910" y="292735"/>
                  </a:lnTo>
                  <a:lnTo>
                    <a:pt x="0" y="121285"/>
                  </a:lnTo>
                  <a:lnTo>
                    <a:pt x="130810" y="0"/>
                  </a:lnTo>
                  <a:lnTo>
                    <a:pt x="102997" y="103251"/>
                  </a:lnTo>
                  <a:close/>
                </a:path>
              </a:pathLst>
            </a:custGeom>
            <a:solidFill>
              <a:srgbClr val="676F74">
                <a:alpha val="7450"/>
              </a:srgbClr>
            </a:solidFill>
            <a:ln>
              <a:noFill/>
            </a:ln>
          </p:spPr>
        </p:sp>
        <p:sp>
          <p:nvSpPr>
            <p:cNvPr id="247" name="Google Shape;247;p3"/>
            <p:cNvSpPr/>
            <p:nvPr/>
          </p:nvSpPr>
          <p:spPr>
            <a:xfrm>
              <a:off x="306451" y="327152"/>
              <a:ext cx="218567" cy="218694"/>
            </a:xfrm>
            <a:custGeom>
              <a:avLst/>
              <a:gdLst/>
              <a:ahLst/>
              <a:cxnLst/>
              <a:rect l="l" t="t" r="r" b="b"/>
              <a:pathLst>
                <a:path w="218567" h="218694" extrusionOk="0">
                  <a:moveTo>
                    <a:pt x="37846" y="47117"/>
                  </a:moveTo>
                  <a:lnTo>
                    <a:pt x="0" y="218694"/>
                  </a:lnTo>
                  <a:lnTo>
                    <a:pt x="73406" y="146939"/>
                  </a:lnTo>
                  <a:lnTo>
                    <a:pt x="218567" y="218694"/>
                  </a:lnTo>
                  <a:lnTo>
                    <a:pt x="141859" y="79629"/>
                  </a:lnTo>
                  <a:lnTo>
                    <a:pt x="214249" y="0"/>
                  </a:lnTo>
                  <a:close/>
                </a:path>
              </a:pathLst>
            </a:custGeom>
            <a:solidFill>
              <a:srgbClr val="676F74">
                <a:alpha val="7450"/>
              </a:srgbClr>
            </a:solidFill>
            <a:ln>
              <a:noFill/>
            </a:ln>
          </p:spPr>
        </p:sp>
        <p:sp>
          <p:nvSpPr>
            <p:cNvPr id="248" name="Google Shape;248;p3"/>
            <p:cNvSpPr/>
            <p:nvPr/>
          </p:nvSpPr>
          <p:spPr>
            <a:xfrm>
              <a:off x="726186" y="75184"/>
              <a:ext cx="297180" cy="231648"/>
            </a:xfrm>
            <a:custGeom>
              <a:avLst/>
              <a:gdLst/>
              <a:ahLst/>
              <a:cxnLst/>
              <a:rect l="l" t="t" r="r" b="b"/>
              <a:pathLst>
                <a:path w="297180" h="231648" extrusionOk="0">
                  <a:moveTo>
                    <a:pt x="129032" y="0"/>
                  </a:moveTo>
                  <a:lnTo>
                    <a:pt x="0" y="131699"/>
                  </a:lnTo>
                  <a:lnTo>
                    <a:pt x="101854" y="104140"/>
                  </a:lnTo>
                  <a:lnTo>
                    <a:pt x="195326" y="231648"/>
                  </a:lnTo>
                  <a:lnTo>
                    <a:pt x="202565" y="74676"/>
                  </a:lnTo>
                  <a:lnTo>
                    <a:pt x="297180" y="49276"/>
                  </a:lnTo>
                  <a:close/>
                </a:path>
              </a:pathLst>
            </a:custGeom>
            <a:solidFill>
              <a:srgbClr val="676F74">
                <a:alpha val="7450"/>
              </a:srgbClr>
            </a:solidFill>
            <a:ln>
              <a:noFill/>
            </a:ln>
          </p:spPr>
        </p:sp>
        <p:sp>
          <p:nvSpPr>
            <p:cNvPr id="249" name="Google Shape;249;p3"/>
            <p:cNvSpPr/>
            <p:nvPr/>
          </p:nvSpPr>
          <p:spPr>
            <a:xfrm>
              <a:off x="804418" y="791210"/>
              <a:ext cx="715391" cy="361823"/>
            </a:xfrm>
            <a:custGeom>
              <a:avLst/>
              <a:gdLst/>
              <a:ahLst/>
              <a:cxnLst/>
              <a:rect l="l" t="t" r="r" b="b"/>
              <a:pathLst>
                <a:path w="715391" h="361823" extrusionOk="0">
                  <a:moveTo>
                    <a:pt x="349631" y="0"/>
                  </a:moveTo>
                  <a:lnTo>
                    <a:pt x="281305" y="116586"/>
                  </a:lnTo>
                  <a:lnTo>
                    <a:pt x="156464" y="41402"/>
                  </a:lnTo>
                  <a:lnTo>
                    <a:pt x="149606" y="191897"/>
                  </a:lnTo>
                  <a:lnTo>
                    <a:pt x="33401" y="186563"/>
                  </a:lnTo>
                  <a:lnTo>
                    <a:pt x="81026" y="309372"/>
                  </a:lnTo>
                  <a:lnTo>
                    <a:pt x="0" y="361823"/>
                  </a:lnTo>
                  <a:lnTo>
                    <a:pt x="715391" y="361823"/>
                  </a:lnTo>
                  <a:lnTo>
                    <a:pt x="626491" y="304927"/>
                  </a:lnTo>
                  <a:lnTo>
                    <a:pt x="677545" y="183769"/>
                  </a:lnTo>
                  <a:lnTo>
                    <a:pt x="543306" y="177673"/>
                  </a:lnTo>
                  <a:lnTo>
                    <a:pt x="533654" y="49403"/>
                  </a:lnTo>
                  <a:lnTo>
                    <a:pt x="428244" y="114681"/>
                  </a:lnTo>
                  <a:lnTo>
                    <a:pt x="349631" y="127"/>
                  </a:lnTo>
                  <a:close/>
                </a:path>
              </a:pathLst>
            </a:custGeom>
            <a:solidFill>
              <a:srgbClr val="FFFFFF">
                <a:alpha val="7450"/>
              </a:srgbClr>
            </a:solidFill>
            <a:ln>
              <a:noFill/>
            </a:ln>
          </p:spPr>
        </p:sp>
      </p:grpSp>
      <p:sp>
        <p:nvSpPr>
          <p:cNvPr id="250" name="Google Shape;250;p3"/>
          <p:cNvSpPr/>
          <p:nvPr/>
        </p:nvSpPr>
        <p:spPr>
          <a:xfrm>
            <a:off x="7807528" y="16764000"/>
            <a:ext cx="2138724" cy="1038882"/>
          </a:xfrm>
          <a:custGeom>
            <a:avLst/>
            <a:gdLst/>
            <a:ahLst/>
            <a:cxnLst/>
            <a:rect l="l" t="t" r="r" b="b"/>
            <a:pathLst>
              <a:path w="2138724" h="1038882" extrusionOk="0">
                <a:moveTo>
                  <a:pt x="0" y="0"/>
                </a:moveTo>
                <a:lnTo>
                  <a:pt x="2138725" y="0"/>
                </a:lnTo>
                <a:lnTo>
                  <a:pt x="2138725" y="1038882"/>
                </a:lnTo>
                <a:lnTo>
                  <a:pt x="0" y="1038882"/>
                </a:lnTo>
                <a:lnTo>
                  <a:pt x="0" y="0"/>
                </a:lnTo>
                <a:close/>
              </a:path>
            </a:pathLst>
          </a:custGeom>
          <a:blipFill rotWithShape="1">
            <a:blip r:embed="rId4">
              <a:alphaModFix/>
            </a:blip>
            <a:stretch>
              <a:fillRect/>
            </a:stretch>
          </a:blipFill>
          <a:ln>
            <a:noFill/>
          </a:ln>
        </p:spPr>
      </p:sp>
      <p:sp>
        <p:nvSpPr>
          <p:cNvPr id="251" name="Google Shape;251;p3"/>
          <p:cNvSpPr txBox="1"/>
          <p:nvPr/>
        </p:nvSpPr>
        <p:spPr>
          <a:xfrm>
            <a:off x="4043571" y="11540987"/>
            <a:ext cx="184731"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 name="ZoneTexte 6">
            <a:extLst>
              <a:ext uri="{FF2B5EF4-FFF2-40B4-BE49-F238E27FC236}">
                <a16:creationId xmlns:a16="http://schemas.microsoft.com/office/drawing/2014/main" id="{A1DCC2E9-8BCF-F3B3-AD27-611DF097EFB3}"/>
              </a:ext>
            </a:extLst>
          </p:cNvPr>
          <p:cNvSpPr txBox="1"/>
          <p:nvPr/>
        </p:nvSpPr>
        <p:spPr>
          <a:xfrm>
            <a:off x="717691" y="3658618"/>
            <a:ext cx="8543967" cy="8777852"/>
          </a:xfrm>
          <a:prstGeom prst="rect">
            <a:avLst/>
          </a:prstGeom>
          <a:noFill/>
        </p:spPr>
        <p:txBody>
          <a:bodyPr wrap="square">
            <a:spAutoFit/>
          </a:bodyPr>
          <a:lstStyle/>
          <a:p>
            <a:pPr marL="0" marR="0" lvl="0" indent="0" algn="just" defTabSz="914400" rtl="1" eaLnBrk="1" fontAlgn="auto" latinLnBrk="0" hangingPunct="1">
              <a:lnSpc>
                <a:spcPct val="150000"/>
              </a:lnSpc>
              <a:spcBef>
                <a:spcPts val="0"/>
              </a:spcBef>
              <a:spcAft>
                <a:spcPts val="0"/>
              </a:spcAft>
              <a:buClr>
                <a:srgbClr val="000000"/>
              </a:buClr>
              <a:buSzTx/>
              <a:buFont typeface="Arial"/>
              <a:buNone/>
              <a:tabLst/>
              <a:defRPr/>
            </a:pPr>
            <a:r>
              <a:rPr kumimoji="0" lang="ar-SA" sz="2800" b="1" i="0" u="none" strike="noStrike" kern="0" cap="none" spc="0" normalizeH="0" baseline="0" noProof="0" dirty="0">
                <a:ln>
                  <a:noFill/>
                </a:ln>
                <a:solidFill>
                  <a:srgbClr val="000000"/>
                </a:solidFill>
                <a:effectLst/>
                <a:uLnTx/>
                <a:uFillTx/>
                <a:latin typeface="Calibri"/>
                <a:ea typeface="Calibri"/>
                <a:cs typeface="Calibri"/>
                <a:sym typeface="Calibri"/>
              </a:rPr>
              <a:t>ا</a:t>
            </a:r>
            <a:r>
              <a:rPr kumimoji="0" lang="ar-MA" sz="2800" i="0" u="none" strike="noStrike" kern="0" cap="none" spc="0" normalizeH="0" baseline="0" noProof="0" dirty="0">
                <a:ln>
                  <a:noFill/>
                </a:ln>
                <a:solidFill>
                  <a:srgbClr val="000000"/>
                </a:solidFill>
                <a:effectLst/>
                <a:uLnTx/>
                <a:uFillTx/>
                <a:latin typeface="Calibri"/>
                <a:ea typeface="Calibri"/>
                <a:cs typeface="Calibri"/>
                <a:sym typeface="Calibri"/>
              </a:rPr>
              <a:t>لمرفقات</a:t>
            </a:r>
            <a:r>
              <a:rPr kumimoji="0" lang="ar-SA" sz="2800" i="0" u="none" strike="noStrike" kern="0" cap="none" spc="0" normalizeH="0" baseline="0" noProof="0" dirty="0">
                <a:ln>
                  <a:noFill/>
                </a:ln>
                <a:solidFill>
                  <a:srgbClr val="000000"/>
                </a:solidFill>
                <a:effectLst/>
                <a:uLnTx/>
                <a:uFillTx/>
                <a:latin typeface="Calibri"/>
                <a:ea typeface="Calibri"/>
                <a:cs typeface="Calibri"/>
                <a:sym typeface="Calibri"/>
              </a:rPr>
              <a:t>:</a:t>
            </a:r>
          </a:p>
          <a:p>
            <a:pPr marL="285750" marR="0" lvl="0" indent="-285750" algn="just" defTabSz="914400" rtl="1" eaLnBrk="1" fontAlgn="auto" latinLnBrk="0" hangingPunct="1">
              <a:lnSpc>
                <a:spcPct val="150000"/>
              </a:lnSpc>
              <a:spcBef>
                <a:spcPts val="0"/>
              </a:spcBef>
              <a:spcAft>
                <a:spcPts val="0"/>
              </a:spcAft>
              <a:buClr>
                <a:srgbClr val="000000"/>
              </a:buClr>
              <a:buSzPts val="1600"/>
              <a:buFont typeface="Noto Sans Symbols"/>
              <a:buChar char="❑"/>
              <a:tabLst/>
              <a:defRPr/>
            </a:pPr>
            <a:r>
              <a:rPr kumimoji="0" lang="ar-MA" sz="2800" i="0" u="none" strike="noStrike" kern="0" cap="none" spc="0" normalizeH="0" baseline="0" noProof="0" dirty="0">
                <a:ln>
                  <a:noFill/>
                </a:ln>
                <a:solidFill>
                  <a:srgbClr val="000000"/>
                </a:solidFill>
                <a:effectLst/>
                <a:uLnTx/>
                <a:uFillTx/>
                <a:latin typeface="Calibri"/>
                <a:ea typeface="Calibri"/>
                <a:cs typeface="Calibri"/>
                <a:sym typeface="Calibri"/>
              </a:rPr>
              <a:t>الملف القانوني.</a:t>
            </a:r>
            <a:endParaRPr kumimoji="0" lang="ar-SA" sz="280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just" defTabSz="914400" rtl="1" eaLnBrk="1" fontAlgn="auto" latinLnBrk="0" hangingPunct="1">
              <a:lnSpc>
                <a:spcPct val="150000"/>
              </a:lnSpc>
              <a:spcBef>
                <a:spcPts val="0"/>
              </a:spcBef>
              <a:spcAft>
                <a:spcPts val="0"/>
              </a:spcAft>
              <a:buClr>
                <a:srgbClr val="000000"/>
              </a:buClr>
              <a:buSzPts val="1600"/>
              <a:buFont typeface="Noto Sans Symbols"/>
              <a:buChar char="❑"/>
              <a:tabLst/>
              <a:defRPr/>
            </a:pPr>
            <a:r>
              <a:rPr kumimoji="0" lang="ar-MA" sz="2800" i="0" u="none" strike="noStrike" kern="0" cap="none" spc="0" normalizeH="0" baseline="0" noProof="0" dirty="0">
                <a:ln>
                  <a:noFill/>
                </a:ln>
                <a:solidFill>
                  <a:srgbClr val="000000"/>
                </a:solidFill>
                <a:effectLst/>
                <a:uLnTx/>
                <a:uFillTx/>
                <a:latin typeface="Calibri"/>
                <a:ea typeface="Calibri"/>
                <a:cs typeface="Calibri"/>
                <a:sym typeface="Calibri"/>
              </a:rPr>
              <a:t>البطاقة التقنية للجمعية.</a:t>
            </a:r>
          </a:p>
          <a:p>
            <a:pPr marL="285750" marR="0" lvl="0" indent="-285750" algn="just" defTabSz="914400" rtl="1" eaLnBrk="1" fontAlgn="auto" latinLnBrk="0" hangingPunct="1">
              <a:lnSpc>
                <a:spcPct val="150000"/>
              </a:lnSpc>
              <a:spcBef>
                <a:spcPts val="0"/>
              </a:spcBef>
              <a:spcAft>
                <a:spcPts val="0"/>
              </a:spcAft>
              <a:buClr>
                <a:srgbClr val="000000"/>
              </a:buClr>
              <a:buSzPts val="1600"/>
              <a:buFont typeface="Noto Sans Symbols"/>
              <a:buChar char="❑"/>
              <a:tabLst/>
              <a:defRPr/>
            </a:pPr>
            <a:r>
              <a:rPr lang="ar-MA" sz="2800" dirty="0">
                <a:latin typeface="Calibri"/>
                <a:cs typeface="Calibri"/>
                <a:sym typeface="Calibri"/>
              </a:rPr>
              <a:t>السيرة الذاتية للمخرج محمد </a:t>
            </a:r>
            <a:r>
              <a:rPr lang="ar-MA" sz="2800" dirty="0" err="1">
                <a:latin typeface="Calibri"/>
                <a:cs typeface="Calibri"/>
                <a:sym typeface="Calibri"/>
              </a:rPr>
              <a:t>أوماعي</a:t>
            </a:r>
            <a:r>
              <a:rPr lang="ar-MA" sz="2800" b="1" dirty="0">
                <a:latin typeface="Calibri"/>
                <a:cs typeface="Calibri"/>
                <a:sym typeface="Calibri"/>
              </a:rPr>
              <a:t>.</a:t>
            </a:r>
          </a:p>
          <a:p>
            <a:pPr marL="285750" marR="0" lvl="0" indent="-285750" algn="just" defTabSz="914400" rtl="1" eaLnBrk="1" fontAlgn="auto" latinLnBrk="0" hangingPunct="1">
              <a:lnSpc>
                <a:spcPct val="150000"/>
              </a:lnSpc>
              <a:spcBef>
                <a:spcPts val="0"/>
              </a:spcBef>
              <a:spcAft>
                <a:spcPts val="0"/>
              </a:spcAft>
              <a:buClr>
                <a:srgbClr val="000000"/>
              </a:buClr>
              <a:buSzPts val="1600"/>
              <a:buFont typeface="Noto Sans Symbols"/>
              <a:buChar char="❑"/>
              <a:tabLst/>
              <a:defRPr/>
            </a:pPr>
            <a:r>
              <a:rPr kumimoji="0" lang="ar-MA" sz="2800" b="0" i="0" u="none" strike="noStrike" kern="0" cap="none" spc="0" normalizeH="0" baseline="0" noProof="0" dirty="0">
                <a:ln>
                  <a:noFill/>
                </a:ln>
                <a:solidFill>
                  <a:srgbClr val="000000"/>
                </a:solidFill>
                <a:effectLst/>
                <a:uLnTx/>
                <a:uFillTx/>
                <a:latin typeface="Arial"/>
                <a:cs typeface="Arial"/>
                <a:sym typeface="Arial"/>
              </a:rPr>
              <a:t>بطاقة التعريف بمشروع إنتاج أفلام قصيرة: "من فهيم إلى العقل السليم". </a:t>
            </a:r>
          </a:p>
          <a:p>
            <a:pPr marL="285750" marR="0" lvl="0" indent="-285750" algn="just" defTabSz="914400" rtl="1" eaLnBrk="1" fontAlgn="auto" latinLnBrk="0" hangingPunct="1">
              <a:lnSpc>
                <a:spcPct val="150000"/>
              </a:lnSpc>
              <a:spcBef>
                <a:spcPts val="0"/>
              </a:spcBef>
              <a:spcAft>
                <a:spcPts val="0"/>
              </a:spcAft>
              <a:buClr>
                <a:srgbClr val="000000"/>
              </a:buClr>
              <a:buSzPts val="1600"/>
              <a:buFont typeface="Noto Sans Symbols"/>
              <a:buChar char="❑"/>
              <a:tabLst/>
              <a:defRPr/>
            </a:pPr>
            <a:r>
              <a:rPr lang="ar-MA" sz="2800" dirty="0"/>
              <a:t>تكلفة </a:t>
            </a:r>
            <a:r>
              <a:rPr lang="ar-MA" sz="2800"/>
              <a:t>الفيلم الواحد. </a:t>
            </a:r>
            <a:endParaRPr kumimoji="0" lang="ar-SA" sz="2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just" defTabSz="914400" rtl="1" eaLnBrk="1" fontAlgn="auto" latinLnBrk="0" hangingPunct="1">
              <a:lnSpc>
                <a:spcPct val="150000"/>
              </a:lnSpc>
              <a:spcBef>
                <a:spcPts val="0"/>
              </a:spcBef>
              <a:spcAft>
                <a:spcPts val="0"/>
              </a:spcAft>
              <a:buClr>
                <a:srgbClr val="000000"/>
              </a:buClr>
              <a:buSzPts val="1600"/>
              <a:buFont typeface="Noto Sans Symbols"/>
              <a:buChar char="❑"/>
              <a:tabLst/>
              <a:defRPr/>
            </a:pPr>
            <a:r>
              <a:rPr lang="ar-MA" sz="2800" dirty="0">
                <a:latin typeface="Calibri"/>
                <a:ea typeface="Calibri"/>
                <a:cs typeface="Calibri"/>
                <a:sym typeface="Calibri"/>
              </a:rPr>
              <a:t> </a:t>
            </a:r>
            <a:r>
              <a:rPr lang="fr-FR" sz="2800" dirty="0">
                <a:latin typeface="Calibri"/>
                <a:ea typeface="Calibri"/>
                <a:cs typeface="Calibri"/>
                <a:sym typeface="Calibri"/>
              </a:rPr>
              <a:t>USB </a:t>
            </a:r>
            <a:r>
              <a:rPr lang="ar-MA" sz="2800" dirty="0">
                <a:latin typeface="Calibri"/>
                <a:ea typeface="Calibri"/>
                <a:cs typeface="Calibri"/>
                <a:sym typeface="Calibri"/>
              </a:rPr>
              <a:t> يحمل:</a:t>
            </a:r>
          </a:p>
          <a:p>
            <a:pPr marL="998537" indent="-457200" algn="just" rtl="1">
              <a:lnSpc>
                <a:spcPct val="150000"/>
              </a:lnSpc>
              <a:buSzPts val="1600"/>
              <a:buFont typeface="Wingdings" panose="05000000000000000000" pitchFamily="2" charset="2"/>
              <a:buChar char="ü"/>
            </a:pPr>
            <a:r>
              <a:rPr lang="ar-MA" sz="2800" dirty="0">
                <a:latin typeface="Calibri"/>
                <a:ea typeface="Calibri"/>
                <a:cs typeface="Calibri"/>
                <a:sym typeface="Calibri"/>
              </a:rPr>
              <a:t>بطاقة التعريف بمشروع سلسلة</a:t>
            </a:r>
            <a:r>
              <a:rPr kumimoji="0" lang="ar-MA" sz="2800" i="0" u="none" strike="noStrike" kern="0" cap="none" spc="0" normalizeH="0" baseline="0" noProof="0" dirty="0">
                <a:ln>
                  <a:noFill/>
                </a:ln>
                <a:solidFill>
                  <a:srgbClr val="000000"/>
                </a:solidFill>
                <a:effectLst/>
                <a:uLnTx/>
                <a:uFillTx/>
                <a:latin typeface="Calibri"/>
                <a:ea typeface="Calibri"/>
                <a:cs typeface="Calibri"/>
                <a:sym typeface="Calibri"/>
              </a:rPr>
              <a:t> مراكشيات "عاشقات للتحدي والإبداع".</a:t>
            </a:r>
            <a:endParaRPr lang="ar-MA" sz="2800" dirty="0">
              <a:latin typeface="Calibri"/>
              <a:ea typeface="Calibri"/>
              <a:cs typeface="Calibri"/>
              <a:sym typeface="Calibri"/>
            </a:endParaRPr>
          </a:p>
          <a:p>
            <a:pPr marL="914400" indent="-457200" algn="just" rtl="1">
              <a:lnSpc>
                <a:spcPct val="150000"/>
              </a:lnSpc>
              <a:buSzPts val="1600"/>
              <a:buFont typeface="Wingdings" panose="05000000000000000000" pitchFamily="2" charset="2"/>
              <a:buChar char="ü"/>
            </a:pPr>
            <a:r>
              <a:rPr lang="ar-MA" sz="2800" dirty="0">
                <a:latin typeface="Calibri"/>
                <a:ea typeface="Calibri"/>
                <a:cs typeface="Calibri"/>
                <a:sym typeface="Calibri"/>
              </a:rPr>
              <a:t> الفيلم 1 من سلسلة : </a:t>
            </a:r>
            <a:r>
              <a:rPr kumimoji="0" lang="ar-MA" sz="2800" i="0" u="none" strike="noStrike" kern="0" cap="none" spc="0" normalizeH="0" baseline="0" noProof="0" dirty="0">
                <a:ln>
                  <a:noFill/>
                </a:ln>
                <a:solidFill>
                  <a:srgbClr val="000000"/>
                </a:solidFill>
                <a:effectLst/>
                <a:uLnTx/>
                <a:uFillTx/>
                <a:latin typeface="Calibri"/>
                <a:ea typeface="Calibri"/>
                <a:cs typeface="Calibri"/>
                <a:sym typeface="Calibri"/>
              </a:rPr>
              <a:t>مراكشيات "عاشقات للتحدي والإبداع".</a:t>
            </a:r>
            <a:endParaRPr lang="ar-MA" sz="2800" dirty="0">
              <a:latin typeface="Calibri"/>
              <a:ea typeface="Calibri"/>
              <a:cs typeface="Calibri"/>
              <a:sym typeface="Calibri"/>
            </a:endParaRPr>
          </a:p>
          <a:p>
            <a:pPr marL="896937" marR="0" lvl="0" indent="-457200" algn="just" defTabSz="914400" rtl="1" eaLnBrk="1" fontAlgn="auto" latinLnBrk="0" hangingPunct="1">
              <a:lnSpc>
                <a:spcPct val="150000"/>
              </a:lnSpc>
              <a:spcBef>
                <a:spcPts val="0"/>
              </a:spcBef>
              <a:spcAft>
                <a:spcPts val="0"/>
              </a:spcAft>
              <a:buClr>
                <a:srgbClr val="000000"/>
              </a:buClr>
              <a:buSzPts val="1600"/>
              <a:buFont typeface="Wingdings" panose="05000000000000000000" pitchFamily="2" charset="2"/>
              <a:buChar char="ü"/>
              <a:tabLst/>
              <a:defRPr/>
            </a:pPr>
            <a:r>
              <a:rPr lang="ar-MA" sz="2800" dirty="0">
                <a:latin typeface="Calibri"/>
                <a:ea typeface="Calibri"/>
                <a:cs typeface="Calibri"/>
                <a:sym typeface="Calibri"/>
              </a:rPr>
              <a:t>الفيلم 1 من سلسلة: من فهيم إلى العقل السليم.</a:t>
            </a:r>
          </a:p>
          <a:p>
            <a:pPr marL="896937" marR="0" lvl="0" indent="-457200" algn="just" defTabSz="914400" rtl="1" eaLnBrk="1" fontAlgn="auto" latinLnBrk="0" hangingPunct="1">
              <a:lnSpc>
                <a:spcPct val="150000"/>
              </a:lnSpc>
              <a:spcBef>
                <a:spcPts val="0"/>
              </a:spcBef>
              <a:spcAft>
                <a:spcPts val="0"/>
              </a:spcAft>
              <a:buClr>
                <a:srgbClr val="000000"/>
              </a:buClr>
              <a:buSzPts val="1600"/>
              <a:buFont typeface="Wingdings" panose="05000000000000000000" pitchFamily="2" charset="2"/>
              <a:buChar char="ü"/>
              <a:tabLst/>
              <a:defRPr/>
            </a:pPr>
            <a:r>
              <a:rPr kumimoji="0" lang="ar-MA" sz="2800" i="0" u="none" strike="noStrike" kern="0" cap="none" spc="0" normalizeH="0" baseline="0" noProof="0" dirty="0">
                <a:ln>
                  <a:noFill/>
                </a:ln>
                <a:solidFill>
                  <a:srgbClr val="000000"/>
                </a:solidFill>
                <a:effectLst/>
                <a:uLnTx/>
                <a:uFillTx/>
                <a:latin typeface="Calibri"/>
                <a:ea typeface="Calibri"/>
                <a:cs typeface="Calibri"/>
                <a:sym typeface="Calibri"/>
              </a:rPr>
              <a:t>فيديو </a:t>
            </a:r>
            <a:r>
              <a:rPr lang="ar-MA" sz="2800" dirty="0" err="1">
                <a:latin typeface="Calibri"/>
                <a:ea typeface="Calibri"/>
                <a:cs typeface="Calibri"/>
                <a:sym typeface="Calibri"/>
              </a:rPr>
              <a:t>لل</a:t>
            </a:r>
            <a:r>
              <a:rPr kumimoji="0" lang="ar-MA" sz="2800" i="0" u="none" strike="noStrike" kern="0" cap="none" spc="0" normalizeH="0" baseline="0" noProof="0" dirty="0">
                <a:ln>
                  <a:noFill/>
                </a:ln>
                <a:solidFill>
                  <a:srgbClr val="000000"/>
                </a:solidFill>
                <a:effectLst/>
                <a:uLnTx/>
                <a:uFillTx/>
                <a:latin typeface="Calibri"/>
                <a:ea typeface="Calibri"/>
                <a:cs typeface="Calibri"/>
                <a:sym typeface="Calibri"/>
              </a:rPr>
              <a:t>تعريف بالجمعية.</a:t>
            </a:r>
          </a:p>
          <a:p>
            <a:pPr marL="285750" marR="0" lvl="0" indent="-285750" algn="just" defTabSz="914400" rtl="1" eaLnBrk="1" fontAlgn="auto" latinLnBrk="0" hangingPunct="1">
              <a:lnSpc>
                <a:spcPct val="150000"/>
              </a:lnSpc>
              <a:spcBef>
                <a:spcPts val="0"/>
              </a:spcBef>
              <a:spcAft>
                <a:spcPts val="0"/>
              </a:spcAft>
              <a:buClr>
                <a:srgbClr val="000000"/>
              </a:buClr>
              <a:buSzPts val="1600"/>
              <a:buFont typeface="Noto Sans Symbols"/>
              <a:buChar char="❑"/>
              <a:tabLst/>
              <a:defRPr/>
            </a:pPr>
            <a:endParaRPr kumimoji="0" lang="ar-SA" sz="2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just" defTabSz="914400" rtl="1" eaLnBrk="1" fontAlgn="auto" latinLnBrk="0" hangingPunct="1">
              <a:lnSpc>
                <a:spcPct val="150000"/>
              </a:lnSpc>
              <a:spcBef>
                <a:spcPts val="0"/>
              </a:spcBef>
              <a:spcAft>
                <a:spcPts val="0"/>
              </a:spcAft>
              <a:buClr>
                <a:srgbClr val="000000"/>
              </a:buClr>
              <a:buSzPts val="1600"/>
              <a:buFont typeface="Noto Sans Symbols"/>
              <a:buChar char="❑"/>
              <a:tabLst/>
              <a:defRPr/>
            </a:pPr>
            <a:endParaRPr kumimoji="0" lang="ar-SA"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66586538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